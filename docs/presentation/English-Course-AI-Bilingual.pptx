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13f1ae9dd54476" /><Relationship Type="http://schemas.openxmlformats.org/officeDocument/2006/relationships/extended-properties" Target="/docProps/app.xml" Id="R69fa7f3d90fc453e" /><Relationship Type="http://schemas.openxmlformats.org/officeDocument/2006/relationships/officeDocument" Target="/ppt/presentation.xml" Id="R57678ed3e54445c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5a69996986494b"/>
  </p:sldMasterIdLst>
  <p:notesMasterIdLst>
    <p:notesMasterId xmlns:r="http://schemas.openxmlformats.org/officeDocument/2006/relationships" r:id="R67d425ce6e9a4600"/>
  </p:notesMasterIdLst>
  <p:sldIdLst>
    <p:sldId xmlns:r="http://schemas.openxmlformats.org/officeDocument/2006/relationships" id="256" r:id="R7ddbe9ae86234ec8"/>
    <p:sldId xmlns:r="http://schemas.openxmlformats.org/officeDocument/2006/relationships" id="257" r:id="R805cac1591264f51"/>
    <p:sldId xmlns:r="http://schemas.openxmlformats.org/officeDocument/2006/relationships" id="258" r:id="Rd2e3e8b570c8439b"/>
    <p:sldId xmlns:r="http://schemas.openxmlformats.org/officeDocument/2006/relationships" id="259" r:id="R7fb453246fe64c9c"/>
    <p:sldId xmlns:r="http://schemas.openxmlformats.org/officeDocument/2006/relationships" id="260" r:id="Rebab24ee04444959"/>
    <p:sldId xmlns:r="http://schemas.openxmlformats.org/officeDocument/2006/relationships" id="261" r:id="R97e949d24f8844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a1acaa43fa14c98" /><Relationship Type="http://schemas.openxmlformats.org/officeDocument/2006/relationships/slideMaster" Target="/ppt/slideMasters/slideMaster1.xml" Id="R985a69996986494b" /><Relationship Type="http://schemas.openxmlformats.org/officeDocument/2006/relationships/notesMaster" Target="/ppt/notesMasters/notesMaster1.xml" Id="R67d425ce6e9a4600" /><Relationship Type="http://schemas.openxmlformats.org/officeDocument/2006/relationships/presProps" Target="/ppt/presProps.xml" Id="Rc93a5c4d87524dc4" /><Relationship Type="http://schemas.openxmlformats.org/officeDocument/2006/relationships/tableStyles" Target="/ppt/tableStyles.xml" Id="R615bbe9c95af4f3b" /><Relationship Type="http://schemas.openxmlformats.org/officeDocument/2006/relationships/slide" Target="/ppt/slides/slide1.xml" Id="R7ddbe9ae86234ec8" /><Relationship Type="http://schemas.openxmlformats.org/officeDocument/2006/relationships/slide" Target="/ppt/slides/slide2.xml" Id="R805cac1591264f51" /><Relationship Type="http://schemas.openxmlformats.org/officeDocument/2006/relationships/slide" Target="/ppt/slides/slide3.xml" Id="Rd2e3e8b570c8439b" /><Relationship Type="http://schemas.openxmlformats.org/officeDocument/2006/relationships/slide" Target="/ppt/slides/slide4.xml" Id="R7fb453246fe64c9c" /><Relationship Type="http://schemas.openxmlformats.org/officeDocument/2006/relationships/slide" Target="/ppt/slides/slide5.xml" Id="Rebab24ee04444959" /><Relationship Type="http://schemas.openxmlformats.org/officeDocument/2006/relationships/slide" Target="/ppt/slides/slide6.xml" Id="R97e949d24f8844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08d72f6d714a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d420d8f7cf4b37" /><Relationship Type="http://schemas.openxmlformats.org/officeDocument/2006/relationships/notesMaster" Target="/ppt/notesMasters/notesMaster1.xml" Id="R2f402f39a04a46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bf3a2c8cfb4d1c" /><Relationship Type="http://schemas.openxmlformats.org/officeDocument/2006/relationships/notesMaster" Target="/ppt/notesMasters/notesMaster1.xml" Id="R5ef208519dfa42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c937cae4264a95" /><Relationship Type="http://schemas.openxmlformats.org/officeDocument/2006/relationships/notesMaster" Target="/ppt/notesMasters/notesMaster1.xml" Id="R6ac862855ba541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961ef85f5b4bd7" /><Relationship Type="http://schemas.openxmlformats.org/officeDocument/2006/relationships/notesMaster" Target="/ppt/notesMasters/notesMaster1.xml" Id="R21f434a8315944f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bdb54275d784970" /><Relationship Type="http://schemas.openxmlformats.org/officeDocument/2006/relationships/notesMaster" Target="/ppt/notesMasters/notesMaster1.xml" Id="R945c5e2015c34b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3ecfb4aab84ed9" /><Relationship Type="http://schemas.openxmlformats.org/officeDocument/2006/relationships/notesMaster" Target="/ppt/notesMasters/notesMaster1.xml" Id="R2af407fc244e4c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English Course AI ürün özeti / product overview.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build: D:/GE_FR/EnglishCourseAI</a:t>
            </a:r>
          </a:p>
          <a:p xmlns:a="http://schemas.openxmlformats.org/drawingml/2006/main">
            <a:r>
              <a:t>- Generated icon: D:/GE_FR/EnglishCourseAI/assets/app-final.png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Öğrenme alanları tekrar, üretim ve izlemeyi tek akışta birleştirir.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source: D:/GE_FR/EnglishCourseAI/eca/app.py</a:t>
            </a:r>
          </a:p>
          <a:p xmlns:a="http://schemas.openxmlformats.org/drawingml/2006/main">
            <a:r>
              <a:t>- Local tests: D:/GE_FR/EnglishCourseAI/tests/test_ui.py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İngilizceye özgü veri ve doğrulama davranışını vurgulayın.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Vocabulary: D:/GE_FR/EnglishCourseAI/eca/seed_words.py</a:t>
            </a:r>
          </a:p>
          <a:p xmlns:a="http://schemas.openxmlformats.org/drawingml/2006/main">
            <a:r>
              <a:t>- Grammar/spelling/resources: D:/GE_FR/EnglishCourseAI/eca/content.py</a:t>
            </a:r>
          </a:p>
          <a:p xmlns:a="http://schemas.openxmlformats.org/drawingml/2006/main">
            <a:r>
              <a:t>- Automated tests: D:/GE_FR/EnglishCourseAI/tests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Gerçek paketlenmiş Windows uygulamasının ekran görüntüsü kullanılmıştır.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 captured from D:/GE_FR/EnglishCourseAI/dist/EnglishCourseAI.exe</a:t>
            </a:r>
          </a:p>
          <a:p xmlns:a="http://schemas.openxmlformats.org/drawingml/2006/main">
            <a:r>
              <a:t>- Image file: D:/GE_FR/EnglishCourseAI/docs/presentation/assets/english-course-ai-screenshot.jpg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Katalog bağlantı verir; üçüncü taraf materyali uygulamaya kopyalamaz.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https://learnenglish.britishcouncil.org/</a:t>
            </a:r>
          </a:p>
          <a:p xmlns:a="http://schemas.openxmlformats.org/drawingml/2006/main">
            <a:r>
              <a:t>- https://www.bbc.co.uk/learningenglish</a:t>
            </a:r>
          </a:p>
          <a:p xmlns:a="http://schemas.openxmlformats.org/drawingml/2006/main">
            <a:r>
              <a:t>- https://www.cambridgeenglish.org/learning-english/activities-for-learners/</a:t>
            </a:r>
          </a:p>
          <a:p xmlns:a="http://schemas.openxmlformats.org/drawingml/2006/main">
            <a:r>
              <a:t>- https://learningenglish.voanews.com/p/5373.html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Kapanış: ilk kullanım için EXE, günlük tekrar ve isteğe bağlı yerel AI sırası.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executable: D:/GE_FR/EnglishCourseAI/dist/EnglishCourseAI.exe</a:t>
            </a:r>
          </a:p>
          <a:p xmlns:a="http://schemas.openxmlformats.org/drawingml/2006/main">
            <a:r>
              <a:t>- Setup and privacy details: D:/GE_FR/EnglishCourseAI/README.md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318c47049549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37458587a404c65" /><Relationship Type="http://schemas.openxmlformats.org/officeDocument/2006/relationships/slideLayout" Target="/ppt/slideLayouts/slideLayout1.xml" Id="R40ab972e323440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0ab972e323440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57c55a9cf44db5" /><Relationship Type="http://schemas.openxmlformats.org/officeDocument/2006/relationships/image" Target="/ppt/media/image.png" Id="R7fc2102289f14e98" /><Relationship Type="http://schemas.openxmlformats.org/officeDocument/2006/relationships/notesSlide" Target="/ppt/notesSlides/notesSlide1.xml" Id="R19d51f041eec4da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d317fd98984176" /><Relationship Type="http://schemas.openxmlformats.org/officeDocument/2006/relationships/notesSlide" Target="/ppt/notesSlides/notesSlide2.xml" Id="R9a36b813098e481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a316a1e484cc1" /><Relationship Type="http://schemas.openxmlformats.org/officeDocument/2006/relationships/notesSlide" Target="/ppt/notesSlides/notesSlide3.xml" Id="R443c7b0e5bf843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e430065f5e402e" /><Relationship Type="http://schemas.openxmlformats.org/officeDocument/2006/relationships/image" Target="/ppt/media/image.jpeg" Id="R7d74b581a6f945c9" /><Relationship Type="http://schemas.openxmlformats.org/officeDocument/2006/relationships/notesSlide" Target="/ppt/notesSlides/notesSlide4.xml" Id="Rb0b7cd5ffc6440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7f504b0f6840e4" /><Relationship Type="http://schemas.openxmlformats.org/officeDocument/2006/relationships/notesSlide" Target="/ppt/notesSlides/notesSlide5.xml" Id="R22aa9e17ec9e47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eabebe86274240" /><Relationship Type="http://schemas.openxmlformats.org/officeDocument/2006/relationships/image" Target="/ppt/media/image2.png" Id="R7effbbc3b2b94315" /><Relationship Type="http://schemas.openxmlformats.org/officeDocument/2006/relationships/notesSlide" Target="/ppt/notesSlides/notesSlide6.xml" Id="R5dc961e1b5c145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59204D-696F-42B1-BEDF-BFAA1A24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c2102289f14e98"/>
          <a:stretch xmlns:a="http://schemas.openxmlformats.org/drawingml/2006/main"/>
        </p:blipFill>
        <p:spPr>
          <a:xfrm xmlns:a="http://schemas.openxmlformats.org/drawingml/2006/main">
            <a:off x="9525000" y="514350"/>
            <a:ext cx="1809750" cy="1809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25C6F6-C529-4535-8524-B378A8C9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77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YEREL • BILINGUAL • WINDOWS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CFA87D-CFB6-472C-98A3-BFAFC8B5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7524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English</a:t>
            </a:r>
          </a:p>
          <a:p xmlns:a="http://schemas.openxmlformats.org/drawingml/2006/main">
            <a:pPr algn="l">
              <a:defRPr sz="58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Course 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3AC4ED-A572-4A7A-B3D7-1A297CAB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43375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5D1EFA-6117-477B-8D7A-3556F7B9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4850"/>
            <a:ext cx="771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İngilizce öğrenimi için kişisel masaüstü çalışma alanı</a:t>
            </a:r>
          </a:p>
          <a:p xmlns:a="http://schemas.openxmlformats.org/drawingml/2006/main">
            <a:pPr algn="l">
              <a:defRPr sz="19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 personal desktop workspace for learning English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E213CD-E360-498B-887E-8B76FD71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00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v1.0.0  •  2026</a:t>
            </a:r>
          </a:p>
        </p:txBody>
      </p:sp>
    </p:spTree>
    <p:extLst>
      <p:ext uri="{BB962C8B-B14F-4D97-AF65-F5344CB8AC3E}">
        <p14:creationId xmlns:p14="http://schemas.microsoft.com/office/powerpoint/2010/main" val="15790254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E978E-2344-4AD4-87F6-1532CE66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AABABF-5E4B-4D3A-8AA3-89DCF0B7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0B792-C734-4D36-9EB0-787CF308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17 çalışma alanı tek bir öğrenme döngüsü kuruyor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194862-60B0-4A00-BED6-51B4A812C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8112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Seventeen areas form one learning loop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B4C0DB-C1AD-4B7F-8346-A1F8DE70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9F1F30-7501-4661-BA71-579C26A3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B998D1-0E1E-465B-86F5-649B1874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66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ÖĞREN / LEARN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9AD400-AD08-46E3-B6FD-6D0A2A72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7432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Aralıklı tekrar, kelime bankası ve CEFR sınavları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2DBB4E-F7B1-408A-9FF6-E4B5D3FC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9550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03CBDF-FD7C-4534-BA3D-3C14BA2BE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6B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3035CE-EF3F-423F-95AD-9F8109EE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669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DUY &amp; YAZ / HEAR &amp; WRITE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E14932-44B2-4467-979C-683C2C196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4320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Yazım-ses, telaffuz ve dilbilgisi laboratuvarları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59CE01-FD3A-4384-9C4F-9201492E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8145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67810B-2C83-4893-86F9-F295D84E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529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DFDE7D-302B-482B-9494-A143CE9C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52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OKU / READ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CE5708-BFBC-4A19-9DEC-07005BC58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291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Ücretsiz kaynak merkezi, PDF notları ve ders kitaplığı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B56DAA-28BF-45AB-9A8E-85391D1A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81450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7C84DB-EABA-4200-AA9C-3DB45BB1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52900"/>
            <a:ext cx="53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A3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01B364-4984-4B22-A0DA-5CF2D8A7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UYGULA / PRACTISE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CB50DE-66F4-457B-8485-B9A4B7B4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6291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AI öğretmen, konuşma, yazma ve haftalık ilerleme</a:t>
            </a:r>
          </a:p>
        </p:txBody>
      </p:sp>
    </p:spTree>
    <p:extLst>
      <p:ext uri="{BB962C8B-B14F-4D97-AF65-F5344CB8AC3E}">
        <p14:creationId xmlns:p14="http://schemas.microsoft.com/office/powerpoint/2010/main" val="9954906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07FB9B-E5B5-4891-8B2A-E053FC9D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85E67A-8FD9-46B7-B303-EB580B4C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0501E1-2BB0-4858-93EA-99568333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Bu yalnızca bir ad değişikliği değil; içerik İngilizce için yeniden kuruldu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5D0505-82D3-4033-BECD-82EC356EF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The content model was rebuilt for English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71D076-CDBC-49DD-82B1-1A5CFB36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2BC164-44EC-4D4B-94C2-8D6B1CC8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162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976CAB-E297-4661-95EA-141434B1B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A1 words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C8230E-E2AE-4B4E-B5B5-34B33FEF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Türkçe anlam ve doğal örnek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5C0882-3D4F-4AAC-BC4D-1A4BA94F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2E071C-84EA-4805-9C78-A48DD553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8C3416-C480-4656-8312-75BD1C821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grammar topics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B0FEE7-7678-4C2F-94A9-4AA180BA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articles → tenses → phrasal verbs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9F02B5-16F3-4923-9320-02962135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BF42B3-7998-4107-AE76-CB4A5A8A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A9E12-EF20-41A8-AF25-4EE66C60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spelling units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66559D-2AED-4336-A92C-214CB2B3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th, silent letters, -ed/-s, stress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3F218A-1B75-40BA-A983-BB3FF4C6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0030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B0A591-83F0-4A13-B452-F4A17FCE8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609850"/>
            <a:ext cx="238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454FB2-DC84-4294-84F5-C2EDC371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48615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verified resources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B9DD5B-B96B-4137-B170-6DD53A8BF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4335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free access, CC or public domain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772A46-F545-4463-A523-EB748518F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19700"/>
            <a:ext cx="10934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A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C61BB2-C4E3-4FE5-9C57-6B3BCD6D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4000"/>
            <a:ext cx="1038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Apostrof ve kısa çizgi doğru yazımda korunur; büyük/küçük harf yanıtı engellemez.</a:t>
            </a:r>
          </a:p>
        </p:txBody>
      </p:sp>
    </p:spTree>
    <p:extLst>
      <p:ext uri="{BB962C8B-B14F-4D97-AF65-F5344CB8AC3E}">
        <p14:creationId xmlns:p14="http://schemas.microsoft.com/office/powerpoint/2010/main" val="8012957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A5BC03-30CA-4BC8-A007-B9F8EBE8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F1FC15-2849-486E-A728-B2D6A01A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2CF9F6-CB08-4EC4-BD97-78F671FA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Tek masaüstü, iki arayüz dili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42EBD7-DC9B-4562-B325-5943803F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430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One desktop, two interface languages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0CD671-872F-4024-B381-E0BA4790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3667125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Türkçe ve English arasında anında geçiş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Yerel SQLite profilleri ve ilerleme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Koyu / açık tema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A1226"/>
                </a:solidFill>
                <a:latin typeface="Arial"/>
                <a:ea typeface="Arial"/>
                <a:cs typeface="Arial"/>
              </a:rPr>
              <a:t>• AI kapalıyken de çalışan temel dersler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7F1ABE-5A86-4021-A053-F172023B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43100"/>
            <a:ext cx="685800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9525">
            <a:solidFill>
              <a:srgbClr val="B8C0CC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74b581a6f945c9"/>
          <a:stretch xmlns:a="http://schemas.openxmlformats.org/drawingml/2006/main"/>
        </p:blipFill>
        <p:spPr>
          <a:xfrm xmlns:a="http://schemas.openxmlformats.org/drawingml/2006/main">
            <a:off x="5136717" y="2057400"/>
            <a:ext cx="5728566" cy="3752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5681EA-3F2E-487A-9DD9-2FAAA15B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48300"/>
            <a:ext cx="3667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Gerçek EXE ekranı • Actual EXE capture</a:t>
            </a:r>
          </a:p>
        </p:txBody>
      </p:sp>
    </p:spTree>
    <p:extLst>
      <p:ext uri="{BB962C8B-B14F-4D97-AF65-F5344CB8AC3E}">
        <p14:creationId xmlns:p14="http://schemas.microsoft.com/office/powerpoint/2010/main" val="20109070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3263C4-5EB4-4DEE-84B6-8BB6AC28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ENGLISH COURSE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6395FB-AD3E-4A91-B84D-F5737659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4D6E09-828B-4226-BB57-F27E0FD9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2390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Ücretsiz kaynaklar bir tık uzakta; içerik izinsiz kopyalanmıyor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AB7AC5-58B6-4F04-BF9A-8F520EA1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19225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Free resources stay linked, attributed and licence-aware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66B016-EB14-4325-A1CC-E3E3D5ACA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578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F661D2-3242-47E6-9424-92654FEB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95500"/>
            <a:ext cx="54102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BD9F79-F161-47BA-B61D-2F183EE2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RESMÎ ÜCRETSİZ ERİŞİM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1F7A4A-B266-4DB3-B4A1-3F5989A5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OFFICIAL FREE ACCESS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5EBD15-FCF1-49F5-B56F-DE797605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4381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British Council LearnEnglish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BBC Learning English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Cambridge English activities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VOA Learning English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CA398C-AB1B-41C7-A666-088672D4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Haricî telif koşulları geçerlidir.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F3B696-8B0A-44E3-BF75-59A29DF2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241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A35"/>
                </a:solidFill>
                <a:latin typeface="Arial"/>
                <a:ea typeface="Arial"/>
                <a:cs typeface="Arial"/>
              </a:rPr>
              <a:t>AÇIK / KAMU MALI KOLEKSİYONLAR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436F9E-86F5-4090-A800-50538DE4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479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36176"/>
                </a:solidFill>
                <a:latin typeface="Arial"/>
                <a:ea typeface="Arial"/>
                <a:cs typeface="Arial"/>
              </a:rPr>
              <a:t>OPEN / PUBLIC-DOMAIN COLLECTIONS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71DFCD-BE8F-4619-8890-EEAB1360F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05150"/>
            <a:ext cx="4476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Wikibooks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Tatoeba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LibriVox</a:t>
            </a:r>
          </a:p>
          <a:p xmlns:a="http://schemas.openxmlformats.org/drawingml/2006/main">
            <a:pPr algn="l">
              <a:defRPr sz="1800" b="1">
                <a:solidFill>
                  <a:srgbClr val="0A12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A1226"/>
                </a:solidFill>
                <a:latin typeface="Arial"/>
                <a:ea typeface="Arial"/>
                <a:cs typeface="Arial"/>
              </a:rPr>
              <a:t>Project Gutenberg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E9F38B-192F-49ED-93E8-3B7BD872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7680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17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176"/>
                </a:solidFill>
                <a:latin typeface="Arial"/>
                <a:ea typeface="Arial"/>
                <a:cs typeface="Arial"/>
              </a:rPr>
              <a:t>Atıf ve yerel kamu malı durumu kontrol edilir.</a:t>
            </a:r>
          </a:p>
        </p:txBody>
      </p:sp>
    </p:spTree>
    <p:extLst>
      <p:ext uri="{BB962C8B-B14F-4D97-AF65-F5344CB8AC3E}">
        <p14:creationId xmlns:p14="http://schemas.microsoft.com/office/powerpoint/2010/main" val="15636513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C1A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287748-8D18-4493-8F8C-D2D9B62C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A88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8A88A"/>
                </a:solidFill>
                <a:latin typeface="Arial"/>
                <a:ea typeface="Arial"/>
                <a:cs typeface="Arial"/>
              </a:rPr>
              <a:t>HEMEN BAŞLA / START LOCALLY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7E66DD-1DCE-47FE-8925-4113C68AF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962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Önce yerel çalış.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AI’ı yalnızca istediğinde ekle.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AFD279-FBEB-4BAE-9E68-142AF479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Study locally first. Add AI only when you want 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5922D7-EA3E-4B58-9F7A-2FB84B42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A8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C440A2-8B0C-4A1C-A6A5-F370E92B3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405AED-8003-4278-BA4E-3FCFEB5B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EXE'yi aç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20F29F-E9BA-41F1-A9BE-5EF1F5C2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C1A3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C1A35"/>
                </a:solidFill>
                <a:latin typeface="Arial"/>
                <a:ea typeface="Arial"/>
                <a:cs typeface="Arial"/>
              </a:rPr>
              <a:t>Open the Windows app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CFB3E1-CA9E-4811-9597-9CDF18B7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4D82D3-0DD6-4EDB-982F-ED1701C3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E9D78F-1249-4655-9287-DEB2CE0F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Günlük kuyruğu çalış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4A8F39-04B5-465E-898A-B87BA540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Review your daily queue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7266F9-B40F-41A3-804A-3B40BC08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210050"/>
            <a:ext cx="3143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DCACB4-4586-4DB3-9850-C282807C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434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D96327-10CF-4CB2-803E-A0779611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05300"/>
            <a:ext cx="2305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İstersen LM Studio bağla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038786-27D2-49DA-A8A3-BAD1B9CC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724400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Optionally connect LM Studio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80B965-8050-4C42-9344-79492576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2455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9C7D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7DD"/>
                </a:solidFill>
                <a:latin typeface="Arial"/>
                <a:ea typeface="Arial"/>
                <a:cs typeface="Arial"/>
              </a:rPr>
              <a:t>D:/GE_FR/EnglishCourseAI/dist/EnglishCourseAI.exe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ffbbc3b2b94315"/>
          <a:stretch xmlns:a="http://schemas.openxmlformats.org/drawingml/2006/main"/>
        </p:blipFill>
        <p:spPr>
          <a:xfrm xmlns:a="http://schemas.openxmlformats.org/drawingml/2006/main">
            <a:off x="10287000" y="5572125"/>
            <a:ext cx="1143000" cy="1143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088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2026-08-31T16:18:40.8800000Z</dcterms:created>
  <dcterms:modified xsi:type="dcterms:W3CDTF">2026-08-31T16:18:40.8800000Z</dcterms:modified>
</coreProperties>
</file>