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ab638afd4a34a19" /><Relationship Type="http://schemas.openxmlformats.org/officeDocument/2006/relationships/extended-properties" Target="/docProps/app.xml" Id="Rf93b3f7f36bd4240" /><Relationship Type="http://schemas.openxmlformats.org/officeDocument/2006/relationships/officeDocument" Target="/ppt/presentation.xml" Id="R5b32a02961de4e3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d8fe72f936447d5"/>
  </p:sldMasterIdLst>
  <p:notesMasterIdLst>
    <p:notesMasterId xmlns:r="http://schemas.openxmlformats.org/officeDocument/2006/relationships" r:id="R18be1d07e9b44a0b"/>
  </p:notesMasterIdLst>
  <p:sldIdLst>
    <p:sldId xmlns:r="http://schemas.openxmlformats.org/officeDocument/2006/relationships" id="256" r:id="R0d46ac6bf2174a6e"/>
    <p:sldId xmlns:r="http://schemas.openxmlformats.org/officeDocument/2006/relationships" id="257" r:id="R8f756fe2ef2d4d40"/>
    <p:sldId xmlns:r="http://schemas.openxmlformats.org/officeDocument/2006/relationships" id="258" r:id="Re86c3159511c46d4"/>
    <p:sldId xmlns:r="http://schemas.openxmlformats.org/officeDocument/2006/relationships" id="259" r:id="R76347e6a2bbd4476"/>
    <p:sldId xmlns:r="http://schemas.openxmlformats.org/officeDocument/2006/relationships" id="260" r:id="R71dbd64775dc4d8e"/>
    <p:sldId xmlns:r="http://schemas.openxmlformats.org/officeDocument/2006/relationships" id="261" r:id="Ra12009e8cd98487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8fb5b5a0fa74ffb" /><Relationship Type="http://schemas.openxmlformats.org/officeDocument/2006/relationships/slideMaster" Target="/ppt/slideMasters/slideMaster1.xml" Id="R8d8fe72f936447d5" /><Relationship Type="http://schemas.openxmlformats.org/officeDocument/2006/relationships/notesMaster" Target="/ppt/notesMasters/notesMaster1.xml" Id="R18be1d07e9b44a0b" /><Relationship Type="http://schemas.openxmlformats.org/officeDocument/2006/relationships/presProps" Target="/ppt/presProps.xml" Id="Rfd391329c0484758" /><Relationship Type="http://schemas.openxmlformats.org/officeDocument/2006/relationships/tableStyles" Target="/ppt/tableStyles.xml" Id="R9495e3cecd954595" /><Relationship Type="http://schemas.openxmlformats.org/officeDocument/2006/relationships/slide" Target="/ppt/slides/slide1.xml" Id="R0d46ac6bf2174a6e" /><Relationship Type="http://schemas.openxmlformats.org/officeDocument/2006/relationships/slide" Target="/ppt/slides/slide2.xml" Id="R8f756fe2ef2d4d40" /><Relationship Type="http://schemas.openxmlformats.org/officeDocument/2006/relationships/slide" Target="/ppt/slides/slide3.xml" Id="Re86c3159511c46d4" /><Relationship Type="http://schemas.openxmlformats.org/officeDocument/2006/relationships/slide" Target="/ppt/slides/slide4.xml" Id="R76347e6a2bbd4476" /><Relationship Type="http://schemas.openxmlformats.org/officeDocument/2006/relationships/slide" Target="/ppt/slides/slide5.xml" Id="R71dbd64775dc4d8e" /><Relationship Type="http://schemas.openxmlformats.org/officeDocument/2006/relationships/slide" Target="/ppt/slides/slide6.xml" Id="Ra12009e8cd98487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55b76648b1d402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51511f68b7e4712" /><Relationship Type="http://schemas.openxmlformats.org/officeDocument/2006/relationships/notesMaster" Target="/ppt/notesMasters/notesMaster1.xml" Id="Rcac81fa5e85942a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6f00a14ba1944b8" /><Relationship Type="http://schemas.openxmlformats.org/officeDocument/2006/relationships/notesMaster" Target="/ppt/notesMasters/notesMaster1.xml" Id="Rc56118b088424c9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512fb06f7b64b64" /><Relationship Type="http://schemas.openxmlformats.org/officeDocument/2006/relationships/notesMaster" Target="/ppt/notesMasters/notesMaster1.xml" Id="R25e07b859057483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60a728f7fed4454" /><Relationship Type="http://schemas.openxmlformats.org/officeDocument/2006/relationships/notesMaster" Target="/ppt/notesMasters/notesMaster1.xml" Id="R1247ebb0a8e5411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2e8fa7fc3a14284" /><Relationship Type="http://schemas.openxmlformats.org/officeDocument/2006/relationships/notesMaster" Target="/ppt/notesMasters/notesMaster1.xml" Id="Re22da7ce9b5d4f2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dc1746c5115419c" /><Relationship Type="http://schemas.openxmlformats.org/officeDocument/2006/relationships/notesMaster" Target="/ppt/notesMasters/notesMaster1.xml" Id="R06b44b8ff5cf47b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English Course AI ürün özeti / product overview.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application build: D:/GE_FR/EnglishCourseAI</a:t>
            </a:r>
          </a:p>
          <a:p xmlns:a="http://schemas.openxmlformats.org/drawingml/2006/main">
            <a:r>
              <a:t>- Generated icon: D:/GE_FR/EnglishCourseAI/assets/app-final.png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Öğrenme alanları tekrar, üretim ve izlemeyi tek akışta birleştirir.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source: D:/GE_FR/EnglishCourseAI/eca/app.py</a:t>
            </a:r>
          </a:p>
          <a:p xmlns:a="http://schemas.openxmlformats.org/drawingml/2006/main">
            <a:r>
              <a:t>- Local tests: D:/GE_FR/EnglishCourseAI/tests/test_ui.py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İngilizceye özgü veri ve doğrulama davranışını vurgulayın.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Vocabulary: D:/GE_FR/EnglishCourseAI/eca/seed_words.py</a:t>
            </a:r>
          </a:p>
          <a:p xmlns:a="http://schemas.openxmlformats.org/drawingml/2006/main">
            <a:r>
              <a:t>- Dictionary: D:/GE_FR/EnglishCourseAI/eca/dict_data.py (1,210+ EN-TR entries with definitions)</a:t>
            </a:r>
          </a:p>
          <a:p xmlns:a="http://schemas.openxmlformats.org/drawingml/2006/main">
            <a:r>
              <a:t>- Grammar/spelling/resources: D:/GE_FR/EnglishCourseAI/eca/content.py</a:t>
            </a:r>
          </a:p>
          <a:p xmlns:a="http://schemas.openxmlformats.org/drawingml/2006/main">
            <a:r>
              <a:t>- Automated tests: D:/GE_FR/EnglishCourseAI/tests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Gerçek paketlenmiş Windows uygulamasının ekran görüntüsü kullanılmıştır.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Screenshot captured from D:/GE_FR/EnglishCourseAI/dist/EnglishCourseAI.exe</a:t>
            </a:r>
          </a:p>
          <a:p xmlns:a="http://schemas.openxmlformats.org/drawingml/2006/main">
            <a:r>
              <a:t>- Image file: D:/GE_FR/EnglishCourseAI/docs/presentation/assets/english-course-ai-screenshot.jpg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Katalog bağlantı verir; üçüncü taraf materyali uygulamaya kopyalamaz.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https://learnenglish.britishcouncil.org/</a:t>
            </a:r>
          </a:p>
          <a:p xmlns:a="http://schemas.openxmlformats.org/drawingml/2006/main">
            <a:r>
              <a:t>- https://www.bbc.co.uk/learningenglish</a:t>
            </a:r>
          </a:p>
          <a:p xmlns:a="http://schemas.openxmlformats.org/drawingml/2006/main">
            <a:r>
              <a:t>- https://www.cambridgeenglish.org/learning-english/activities-for-learners/</a:t>
            </a:r>
          </a:p>
          <a:p xmlns:a="http://schemas.openxmlformats.org/drawingml/2006/main">
            <a:r>
              <a:t>- https://learningenglish.voanews.com/p/5373.html</a:t>
            </a:r>
          </a:p>
          <a:p xmlns:a="http://schemas.openxmlformats.org/drawingml/2006/main">
            <a:r>
              <a:t>- https://tatoeba.org/en/downloads</a:t>
            </a:r>
          </a:p>
          <a:p xmlns:a="http://schemas.openxmlformats.org/drawingml/2006/main">
            <a:r>
              <a:t>- https://librivox.org/pages/about-librivox/</a:t>
            </a:r>
          </a:p>
          <a:p xmlns:a="http://schemas.openxmlformats.org/drawingml/2006/main">
            <a:r>
              <a:t>- https://www.gutenberg.org/policy/permission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Kapanış: ilk kullanım için uygulama, günlük tekrar ve isteğe bağlı yerel AI sırası.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GitHub release (private repo): https://github.com/Azizsekerdil/EnglishCourseAI/releases/tag/v1.2.0 (Windows zip + macOS zip)</a:t>
            </a:r>
          </a:p>
          <a:p xmlns:a="http://schemas.openxmlformats.org/drawingml/2006/main">
            <a:r>
              <a:t>- Setup and privacy details: D:/GE_FR/EnglishCourseAI/README.md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b722bd34cd4db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a17fb7f217045c4" /><Relationship Type="http://schemas.openxmlformats.org/officeDocument/2006/relationships/slideLayout" Target="/ppt/slideLayouts/slideLayout1.xml" Id="R71a237b368994cd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1a237b368994cd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9610a96a7040f1" /><Relationship Type="http://schemas.openxmlformats.org/officeDocument/2006/relationships/image" Target="/ppt/media/image.png" Id="R51b6db79291a434d" /><Relationship Type="http://schemas.openxmlformats.org/officeDocument/2006/relationships/notesSlide" Target="/ppt/notesSlides/notesSlide1.xml" Id="Rdfff07b156af419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9089975d494ed0" /><Relationship Type="http://schemas.openxmlformats.org/officeDocument/2006/relationships/notesSlide" Target="/ppt/notesSlides/notesSlide2.xml" Id="R51112c8a7f934a3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915cd07fcc4908" /><Relationship Type="http://schemas.openxmlformats.org/officeDocument/2006/relationships/notesSlide" Target="/ppt/notesSlides/notesSlide3.xml" Id="Raf1aeeb863d0494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369e92fae64ab7" /><Relationship Type="http://schemas.openxmlformats.org/officeDocument/2006/relationships/image" Target="/ppt/media/image.jpeg" Id="R9dcd7b1a6f0e4874" /><Relationship Type="http://schemas.openxmlformats.org/officeDocument/2006/relationships/notesSlide" Target="/ppt/notesSlides/notesSlide4.xml" Id="Rc8d6291922ba44b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4fdacf46d549ba" /><Relationship Type="http://schemas.openxmlformats.org/officeDocument/2006/relationships/notesSlide" Target="/ppt/notesSlides/notesSlide5.xml" Id="R4433820a3d0c44b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aeee19f9b54c7d" /><Relationship Type="http://schemas.openxmlformats.org/officeDocument/2006/relationships/image" Target="/ppt/media/image2.png" Id="Rd69c623c06e44ef6" /><Relationship Type="http://schemas.openxmlformats.org/officeDocument/2006/relationships/notesSlide" Target="/ppt/notesSlides/notesSlide6.xml" Id="Re765f96a19a94a2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DC8C5D-21E7-446F-BEB5-9F67A34FC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A88A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b6db79291a434d"/>
          <a:stretch xmlns:a="http://schemas.openxmlformats.org/drawingml/2006/main"/>
        </p:blipFill>
        <p:spPr>
          <a:xfrm xmlns:a="http://schemas.openxmlformats.org/drawingml/2006/main">
            <a:off x="9525000" y="514350"/>
            <a:ext cx="1809750" cy="1809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B05F6A-0E5B-4A8A-9BB8-391CB0262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8A88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8A88A"/>
                </a:solidFill>
                <a:latin typeface="Arial"/>
                <a:ea typeface="Arial"/>
                <a:cs typeface="Arial"/>
              </a:rPr>
              <a:t>YEREL • BILINGUAL • WINDOWS + MACOS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BF37C8-662A-42EE-973F-D433F92FC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95450"/>
            <a:ext cx="75247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58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English</a:t>
            </a:r>
          </a:p>
          <a:p xmlns:a="http://schemas.openxmlformats.org/drawingml/2006/main">
            <a:pPr algn="l">
              <a:defRPr sz="58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Course AI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A0CEDD-8F6F-4D0F-841B-80795F610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43375"/>
            <a:ext cx="1809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6C2022-31E2-43FD-8C49-F2D8B7219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14850"/>
            <a:ext cx="771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İngilizce öğrenimi için kişisel masaüstü çalışma alanı</a:t>
            </a:r>
          </a:p>
          <a:p xmlns:a="http://schemas.openxmlformats.org/drawingml/2006/main">
            <a:pPr algn="l">
              <a:defRPr sz="195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A personal desktop workspace for learning English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E30B14-8BDE-44F4-A552-589CF294B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00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v1.2.0  •  2026</a:t>
            </a:r>
          </a:p>
        </p:txBody>
      </p:sp>
    </p:spTree>
    <p:extLst>
      <p:ext uri="{BB962C8B-B14F-4D97-AF65-F5344CB8AC3E}">
        <p14:creationId xmlns:p14="http://schemas.microsoft.com/office/powerpoint/2010/main" val="200107321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0C4FAA-4705-43F5-B047-EE94E53E0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ENGLISH COURSE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0109E6-A992-49F9-8B4B-E98552954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EBA98A-5B58-4D55-9A3A-7FF73FB07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2390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18 çalışma alanı tek bir öğrenme döngüsü kuruyor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976DE8-C925-4446-969A-A6EB80B81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81125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Eighteen areas form one learning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58517F-545B-4B65-A21C-028A0F35E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95500"/>
            <a:ext cx="52578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8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C4E4F1-0676-432C-AB13-0E8027279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53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A8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8A88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9F432F-3F4A-4983-97C1-D304C0D1E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2669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ÖĞREN / LEARN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CC6708-3BD5-48DB-9F72-4C06F79C3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74320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Aralıklı tekrar, kelime bankası, yön seçimli EN↔TR öğrenci sözlüğü ve CEFR sınavları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8C0AA5-D3A0-43D7-B7BA-2F9177746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95500"/>
            <a:ext cx="52578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528785-42DB-4AA5-98DB-A82503F44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66950"/>
            <a:ext cx="53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6B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6B5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0E84EA-C4A5-4543-BACF-100F702E8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2669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DUY &amp; YAZ / HEAR &amp; WRITE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EF1FFB-FD62-406D-A63A-FD5918484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74320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Yazım-ses, telaffuz ve dilbilgisi laboratuvarları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693063-A8DB-42B3-BC24-022B2B0E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981450"/>
            <a:ext cx="52578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AC83BC-E19A-4E0E-9FA9-95E82B44E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52900"/>
            <a:ext cx="53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D1D702-DA9A-4173-AE3B-F5B7C8657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15290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OKU / READ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8F13FE-2EBE-492E-ADD0-A3D2D6B27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62915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Ücretsiz kaynak merkezi, PDF notları ve ders kitaplığı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66516F-68EC-43E2-BBCA-542875BFC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81450"/>
            <a:ext cx="52578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335960-598F-4951-9333-6DE126E39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152900"/>
            <a:ext cx="53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C1A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C1A3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307CC5-1DD3-41DF-96DD-C233B4696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15290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UYGULA / PRACTISE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BACD80-7B97-4BA6-9391-B5A36757D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62915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AI öğretmen, konuşma, yazma ve haftalık ilerleme</a:t>
            </a:r>
          </a:p>
        </p:txBody>
      </p:sp>
    </p:spTree>
    <p:extLst>
      <p:ext uri="{BB962C8B-B14F-4D97-AF65-F5344CB8AC3E}">
        <p14:creationId xmlns:p14="http://schemas.microsoft.com/office/powerpoint/2010/main" val="31848572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E75E76-EA70-4430-9326-2F062A323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ENGLISH COURSE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ED261C-0FFA-4477-ACCB-8553DF3D9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70C719-DBA8-4657-971D-F43414CE2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23900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Bu yalnızca bir ad değişikliği değil; içerik İngilizce için yeniden kuruldu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E128EC-41C1-4318-83E6-4EBAE3854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The content model was rebuilt for English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2B070B-E18E-4D59-8C9E-E5FE1150E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00300"/>
            <a:ext cx="2381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A8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4954D8-17F8-48BF-BE5D-0E5BEA042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09850"/>
            <a:ext cx="2381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08A88A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8A88A"/>
                </a:solidFill>
                <a:latin typeface="Arial"/>
                <a:ea typeface="Arial"/>
                <a:cs typeface="Arial"/>
              </a:rPr>
              <a:t>1.370+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91BDF0-4D88-4D48-A88A-36B51717A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861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vocabulary entries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D04C6B-3784-46D0-97A3-D6B1C56E4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94335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162 A1 kelime + 1.210 EN-TR sözlük maddesi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42C9D4-E162-454E-A41D-B5148AF62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00300"/>
            <a:ext cx="2381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0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8E28FA-2A48-45C7-8751-9AA2132FB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609850"/>
            <a:ext cx="2381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9DB5FA-B0EB-4F8A-B836-5120C3C21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4861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grammar topics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B31572-7D1B-4225-8680-5593E9E72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94335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articles → tenses → phrasal verbs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CDC81B-CB27-473B-86AE-D7452137E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400300"/>
            <a:ext cx="2381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0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C6030E-BCC8-46AE-BEC1-0F62F446E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09850"/>
            <a:ext cx="2381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C4D527-B34D-4100-B652-F5495D761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4861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spelling units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B3E8A3-4486-48C1-B121-9FDF64B8D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4335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th, silent letters, -ed/-s, stress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C75207-C74C-41DC-B538-A27711371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400300"/>
            <a:ext cx="2381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0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A3F6D8-13E8-4018-8C39-23BA6D214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609850"/>
            <a:ext cx="2381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41DBA6-7842-4A5F-87EB-CF10C3F6A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4861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verified resources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B7B3FB-5198-4FE2-8B41-FCD8E487B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94335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free access, CC or public domain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539F44-396E-40AA-B382-3661B5FE4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219700"/>
            <a:ext cx="109347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A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F9F738-49CB-4612-B484-50C4A8B3C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34000"/>
            <a:ext cx="1038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Apostrof ve kısa çizgi doğru yazımda korunur; büyük/küçük harf yanıtı engellemez.</a:t>
            </a:r>
          </a:p>
        </p:txBody>
      </p:sp>
    </p:spTree>
    <p:extLst>
      <p:ext uri="{BB962C8B-B14F-4D97-AF65-F5344CB8AC3E}">
        <p14:creationId xmlns:p14="http://schemas.microsoft.com/office/powerpoint/2010/main" val="134366423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875A20-B6A2-4EE4-9FCC-2984B7C2D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ENGLISH COURSE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EB703B-D360-48D0-ACC7-F71C2B40B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D47587-E2DC-4811-98A9-D2A9A9619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2390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Tek masaüstü, iki arayüz dili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14D7D4-6C85-40A0-8EC4-F4C1A3BA1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430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One desktop, two interface languages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32E8F7-19E4-4C8B-AE0F-1CD7A46D1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95500"/>
            <a:ext cx="3667125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A1226"/>
                </a:solidFill>
                <a:latin typeface="Arial"/>
                <a:ea typeface="Arial"/>
                <a:cs typeface="Arial"/>
              </a:rPr>
              <a:t>• Türkçe ve English arasında anında geçiş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A1226"/>
                </a:solidFill>
                <a:latin typeface="Arial"/>
                <a:ea typeface="Arial"/>
                <a:cs typeface="Arial"/>
              </a:rPr>
              <a:t>• Yerel SQLite profilleri ve ilerleme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A1226"/>
                </a:solidFill>
                <a:latin typeface="Arial"/>
                <a:ea typeface="Arial"/>
                <a:cs typeface="Arial"/>
              </a:rPr>
              <a:t>• Koyu / açık tema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A1226"/>
                </a:solidFill>
                <a:latin typeface="Arial"/>
                <a:ea typeface="Arial"/>
                <a:cs typeface="Arial"/>
              </a:rPr>
              <a:t>• AI kapalıyken de çalışan temel dersler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D1A868-6BEC-460E-A1E0-4C8FC501D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943100"/>
            <a:ext cx="6858000" cy="398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4"/>
          </a:solidFill>
          <a:ln xmlns:a="http://schemas.openxmlformats.org/drawingml/2006/main" w="9525">
            <a:solidFill>
              <a:srgbClr val="B8C0CC"/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cd7b1a6f0e4874"/>
          <a:stretch xmlns:a="http://schemas.openxmlformats.org/drawingml/2006/main"/>
        </p:blipFill>
        <p:spPr>
          <a:xfrm xmlns:a="http://schemas.openxmlformats.org/drawingml/2006/main">
            <a:off x="5136717" y="2057400"/>
            <a:ext cx="5728566" cy="3752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D97425-5B98-4985-AE78-B2FA90E8B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48300"/>
            <a:ext cx="3667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A88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8A88A"/>
                </a:solidFill>
                <a:latin typeface="Arial"/>
                <a:ea typeface="Arial"/>
                <a:cs typeface="Arial"/>
              </a:rPr>
              <a:t>Gerçek EXE ekranı • Actual EXE capture</a:t>
            </a:r>
          </a:p>
        </p:txBody>
      </p:sp>
    </p:spTree>
    <p:extLst>
      <p:ext uri="{BB962C8B-B14F-4D97-AF65-F5344CB8AC3E}">
        <p14:creationId xmlns:p14="http://schemas.microsoft.com/office/powerpoint/2010/main" val="212066725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E6FB26-D5D5-4A46-AB1E-DC4ABDADC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ENGLISH COURSE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F4955D-3D9B-4F32-9693-247110F73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732E50-87AA-4965-B623-C344BB9CA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23900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Ücretsiz kaynaklar bir tık uzakta; içerik izinsiz kopyalanmıyor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B4E3C8-0728-4493-BFBA-2127BE028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419225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Free resources stay linked, attributed and licence-aware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8783C5-ED1C-4A8B-A702-0C4243665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95500"/>
            <a:ext cx="52578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8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560C70-5F44-4242-AE54-DB978639D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95500"/>
            <a:ext cx="54102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E6A23D-2D90-43B4-81AB-79072E9AE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24100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A8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8A88A"/>
                </a:solidFill>
                <a:latin typeface="Arial"/>
                <a:ea typeface="Arial"/>
                <a:cs typeface="Arial"/>
              </a:rPr>
              <a:t>RESMÎ ÜCRETSİZ ERİŞİM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F426FF-3DA3-4366-8AB0-9CE767F58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479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OFFICIAL FREE ACCESS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6F290F-82B9-4479-9CE8-E81401AB9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05150"/>
            <a:ext cx="4381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British Council LearnEnglish</a:t>
            </a:r>
          </a:p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BBC Learning English</a:t>
            </a:r>
          </a:p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Cambridge English activities</a:t>
            </a:r>
          </a:p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VOA Learning English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3777D4-9C91-4234-83D4-367769A21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7680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Haricî telif koşulları geçerlidir.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49EB32-EB0B-4BBF-808C-4E291489A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32410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C1A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C1A35"/>
                </a:solidFill>
                <a:latin typeface="Arial"/>
                <a:ea typeface="Arial"/>
                <a:cs typeface="Arial"/>
              </a:rPr>
              <a:t>AÇIK / KAMU MALI KOLEKSİYONLAR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D8D650-839A-4156-B8AB-6B6DB4CE7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479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OPEN / PUBLIC-DOMAIN COLLECTIONS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0AF19E-3655-4E69-AE4A-CB6088228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105150"/>
            <a:ext cx="4476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Wikibooks</a:t>
            </a:r>
          </a:p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Tatoeba</a:t>
            </a:r>
          </a:p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LibriVox</a:t>
            </a:r>
          </a:p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Project Gutenberg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694DFD-2867-4B53-BC33-49E2D4E23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876800"/>
            <a:ext cx="466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Atıf ve yerel kamu malı durumu kontrol edilir.</a:t>
            </a:r>
          </a:p>
        </p:txBody>
      </p:sp>
    </p:spTree>
    <p:extLst>
      <p:ext uri="{BB962C8B-B14F-4D97-AF65-F5344CB8AC3E}">
        <p14:creationId xmlns:p14="http://schemas.microsoft.com/office/powerpoint/2010/main" val="190023878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C1A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9E290F-A1E1-4AB9-A2C3-06A91CFB6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960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A88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8A88A"/>
                </a:solidFill>
                <a:latin typeface="Arial"/>
                <a:ea typeface="Arial"/>
                <a:cs typeface="Arial"/>
              </a:rPr>
              <a:t>HEMEN BAŞLA / START LOCALLY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1B2F78-6850-4364-A77C-F9793AF0F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962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Önce yerel çalış.</a:t>
            </a:r>
          </a:p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AI’ı yalnızca istediğinde ekle.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6F50E4-61C9-4158-B9BE-EBB676CA8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B9C7D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B9C7DD"/>
                </a:solidFill>
                <a:latin typeface="Arial"/>
                <a:ea typeface="Arial"/>
                <a:cs typeface="Arial"/>
              </a:rPr>
              <a:t>Study locally first. Add AI only when you want it.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7CE477-B088-4542-99DD-2D234D0FA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10050"/>
            <a:ext cx="31432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A8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49F413-BD61-47DB-A472-294A2629D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434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366F38-5D5B-4D18-847D-36C3BA2BE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305300"/>
            <a:ext cx="2305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EXE'yi aç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CC4E90-F8CD-44D5-A5A2-2A7270977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724400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C1A3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C1A35"/>
                </a:solidFill>
                <a:latin typeface="Arial"/>
                <a:ea typeface="Arial"/>
                <a:cs typeface="Arial"/>
              </a:rPr>
              <a:t>Open the Windows app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F6D0B5-919C-4A96-95F2-0725AECEA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210050"/>
            <a:ext cx="31432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B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950D2D-8E2B-4B44-9AC5-D6829F949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3434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8ABCD7-31D6-412A-ABB7-0DD0A007E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305300"/>
            <a:ext cx="2305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Günlük kuyruğu çalış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1BA430-7B4B-4ED3-895B-FBEE1EA82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724400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9C7D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9C7DD"/>
                </a:solidFill>
                <a:latin typeface="Arial"/>
                <a:ea typeface="Arial"/>
                <a:cs typeface="Arial"/>
              </a:rPr>
              <a:t>Review your daily queue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9DCC27-7C73-4AF0-9CFA-D37666AB2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210050"/>
            <a:ext cx="31432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B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DA940C-950E-4652-9962-CBE43BAD1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3434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727B1A-5E0A-4B29-B115-38E63801B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305300"/>
            <a:ext cx="2305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İstersen LM Studio bağla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4C258D-BC9E-429B-A5BA-5E4C1FD43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724400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9C7D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9C7DD"/>
                </a:solidFill>
                <a:latin typeface="Arial"/>
                <a:ea typeface="Arial"/>
                <a:cs typeface="Arial"/>
              </a:rPr>
              <a:t>Optionally connect LM Studio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1BA47E-1B8F-4959-979F-C206699BC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00700"/>
            <a:ext cx="942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Windows 10/11 (x64) + macOS (Apple Silicon) — İndirme: github.com/Azizsekerdil/EnglishCourseAI/releases (v1.2.0, özel repo)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9AECD7-BC28-4F00-B04C-4235D817A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86450"/>
            <a:ext cx="942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9C7D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B9C7DD"/>
                </a:solidFill>
                <a:latin typeface="Arial"/>
                <a:ea typeface="Arial"/>
                <a:cs typeface="Arial"/>
              </a:rPr>
              <a:t>Windows 10/11 (x64) &amp; macOS (Apple Silicon) — Download: GitHub Releases (v1.2.0)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16ADC4-701F-49E3-BE6C-DFC946E29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53150"/>
            <a:ext cx="942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B9C7D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B9C7DD"/>
                </a:solidFill>
                <a:latin typeface="Arial"/>
                <a:ea typeface="Arial"/>
                <a:cs typeface="Arial"/>
              </a:rPr>
              <a:t>macOS paketi notarize edilmemiştir; ilk açılışta sağ tık → Aç. / Not notarized; first launch: right-click → Open.</a:t>
            </a:r>
          </a:p>
        </p:txBody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9c623c06e44ef6"/>
          <a:stretch xmlns:a="http://schemas.openxmlformats.org/drawingml/2006/main"/>
        </p:blipFill>
        <p:spPr>
          <a:xfrm xmlns:a="http://schemas.openxmlformats.org/drawingml/2006/main">
            <a:off x="10287000" y="5572125"/>
            <a:ext cx="1143000" cy="1143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126012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2026-09-06T15:29:24.0920000Z</dcterms:created>
  <dcterms:modified xsi:type="dcterms:W3CDTF">2026-09-06T15:29:24.0920000Z</dcterms:modified>
</coreProperties>
</file>