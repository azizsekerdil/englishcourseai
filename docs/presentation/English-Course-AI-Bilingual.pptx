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f870ca69d043fb" /><Relationship Type="http://schemas.openxmlformats.org/officeDocument/2006/relationships/extended-properties" Target="/docProps/app.xml" Id="Rc52b1c42f9164faf" /><Relationship Type="http://schemas.openxmlformats.org/officeDocument/2006/relationships/officeDocument" Target="/ppt/presentation.xml" Id="R81d39614d13744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159e1bc2894078"/>
  </p:sldMasterIdLst>
  <p:notesMasterIdLst>
    <p:notesMasterId xmlns:r="http://schemas.openxmlformats.org/officeDocument/2006/relationships" r:id="R9dd210d789d94aef"/>
  </p:notesMasterIdLst>
  <p:sldIdLst>
    <p:sldId xmlns:r="http://schemas.openxmlformats.org/officeDocument/2006/relationships" id="256" r:id="R2750c50ec3304180"/>
    <p:sldId xmlns:r="http://schemas.openxmlformats.org/officeDocument/2006/relationships" id="257" r:id="Rbebc51e92b624175"/>
    <p:sldId xmlns:r="http://schemas.openxmlformats.org/officeDocument/2006/relationships" id="258" r:id="Rb78a35a42bac49c2"/>
    <p:sldId xmlns:r="http://schemas.openxmlformats.org/officeDocument/2006/relationships" id="259" r:id="Rb77f921f922f4222"/>
    <p:sldId xmlns:r="http://schemas.openxmlformats.org/officeDocument/2006/relationships" id="260" r:id="Rb30d436c259f4ad0"/>
    <p:sldId xmlns:r="http://schemas.openxmlformats.org/officeDocument/2006/relationships" id="261" r:id="Rb7e06884224b43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67d4eb03b04b15" /><Relationship Type="http://schemas.openxmlformats.org/officeDocument/2006/relationships/slideMaster" Target="/ppt/slideMasters/slideMaster1.xml" Id="R77159e1bc2894078" /><Relationship Type="http://schemas.openxmlformats.org/officeDocument/2006/relationships/notesMaster" Target="/ppt/notesMasters/notesMaster1.xml" Id="R9dd210d789d94aef" /><Relationship Type="http://schemas.openxmlformats.org/officeDocument/2006/relationships/presProps" Target="/ppt/presProps.xml" Id="R5094a2b0aaf748a4" /><Relationship Type="http://schemas.openxmlformats.org/officeDocument/2006/relationships/tableStyles" Target="/ppt/tableStyles.xml" Id="R16fd10763bb94b9c" /><Relationship Type="http://schemas.openxmlformats.org/officeDocument/2006/relationships/slide" Target="/ppt/slides/slide1.xml" Id="R2750c50ec3304180" /><Relationship Type="http://schemas.openxmlformats.org/officeDocument/2006/relationships/slide" Target="/ppt/slides/slide2.xml" Id="Rbebc51e92b624175" /><Relationship Type="http://schemas.openxmlformats.org/officeDocument/2006/relationships/slide" Target="/ppt/slides/slide3.xml" Id="Rb78a35a42bac49c2" /><Relationship Type="http://schemas.openxmlformats.org/officeDocument/2006/relationships/slide" Target="/ppt/slides/slide4.xml" Id="Rb77f921f922f4222" /><Relationship Type="http://schemas.openxmlformats.org/officeDocument/2006/relationships/slide" Target="/ppt/slides/slide5.xml" Id="Rb30d436c259f4ad0" /><Relationship Type="http://schemas.openxmlformats.org/officeDocument/2006/relationships/slide" Target="/ppt/slides/slide6.xml" Id="Rb7e06884224b43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23c9dc91f948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0beef611b1464e" /><Relationship Type="http://schemas.openxmlformats.org/officeDocument/2006/relationships/notesMaster" Target="/ppt/notesMasters/notesMaster1.xml" Id="R67e0ed0a52c04b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09ac53f0124b07" /><Relationship Type="http://schemas.openxmlformats.org/officeDocument/2006/relationships/notesMaster" Target="/ppt/notesMasters/notesMaster1.xml" Id="Rb8bd7babaf404a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a5b40d357040fd" /><Relationship Type="http://schemas.openxmlformats.org/officeDocument/2006/relationships/notesMaster" Target="/ppt/notesMasters/notesMaster1.xml" Id="R0637788a374a43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9a12c6edb9482d" /><Relationship Type="http://schemas.openxmlformats.org/officeDocument/2006/relationships/notesMaster" Target="/ppt/notesMasters/notesMaster1.xml" Id="Rcd5cce9112c645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cd9d6c350e4d77" /><Relationship Type="http://schemas.openxmlformats.org/officeDocument/2006/relationships/notesMaster" Target="/ppt/notesMasters/notesMaster1.xml" Id="Rd2fdecbfedf842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fca5f9c928477d" /><Relationship Type="http://schemas.openxmlformats.org/officeDocument/2006/relationships/notesMaster" Target="/ppt/notesMasters/notesMaster1.xml" Id="R483ea82e72d34c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Course AI ürün özeti / product overview.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build: D:/GE_FR/EnglishCourseAI</a:t>
            </a:r>
          </a:p>
          <a:p xmlns:a="http://schemas.openxmlformats.org/drawingml/2006/main">
            <a:r>
              <a:t>- Generated icon: D:/GE_FR/EnglishCourseAI/assets/app-final.png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Öğrenme alanları tekrar, üretim ve izlemeyi tek akışta birleştirir.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D:/GE_FR/EnglishCourseAI/eca/app.py</a:t>
            </a:r>
          </a:p>
          <a:p xmlns:a="http://schemas.openxmlformats.org/drawingml/2006/main">
            <a:r>
              <a:t>- Local tests: D:/GE_FR/EnglishCourseAI/tests/test_ui.py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İngilizceye özgü veri ve doğrulama davranışını vurgulayın.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Vocabulary: D:/GE_FR/EnglishCourseAI/eca/seed_words.py</a:t>
            </a:r>
          </a:p>
          <a:p xmlns:a="http://schemas.openxmlformats.org/drawingml/2006/main">
            <a:r>
              <a:t>- Dictionary: D:/GE_FR/EnglishCourseAI/eca/dict_data.py (1,210+ EN-TR entries with definitions)</a:t>
            </a:r>
          </a:p>
          <a:p xmlns:a="http://schemas.openxmlformats.org/drawingml/2006/main">
            <a:r>
              <a:t>- Grammar/spelling/resources: D:/GE_FR/EnglishCourseAI/eca/content.py</a:t>
            </a:r>
          </a:p>
          <a:p xmlns:a="http://schemas.openxmlformats.org/drawingml/2006/main">
            <a:r>
              <a:t>- Automated tests: D:/GE_FR/EnglishCourseAI/tests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Gerçek paketlenmiş Windows uygulamasının ekran görüntüsü kullanılmıştır.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 captured from D:/GE_FR/EnglishCourseAI/dist/EnglishCourseAI.exe</a:t>
            </a:r>
          </a:p>
          <a:p xmlns:a="http://schemas.openxmlformats.org/drawingml/2006/main">
            <a:r>
              <a:t>- Image file: D:/GE_FR/EnglishCourseAI/docs/presentation/assets/english-course-ai-screenshot.jpg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Katalog bağlantı verir; üçüncü taraf materyali uygulamaya kopyalamaz.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https://learnenglish.britishcouncil.org/</a:t>
            </a:r>
          </a:p>
          <a:p xmlns:a="http://schemas.openxmlformats.org/drawingml/2006/main">
            <a:r>
              <a:t>- https://www.bbc.co.uk/learningenglish</a:t>
            </a:r>
          </a:p>
          <a:p xmlns:a="http://schemas.openxmlformats.org/drawingml/2006/main">
            <a:r>
              <a:t>- https://www.cambridgeenglish.org/learning-english/activities-for-learners/</a:t>
            </a:r>
          </a:p>
          <a:p xmlns:a="http://schemas.openxmlformats.org/drawingml/2006/main">
            <a:r>
              <a:t>- https://learningenglish.voanews.com/p/5373.html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Kapanış: ilk kullanım için uygulama, günlük tekrar ve isteğe bağlı yerel AI sırası.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release (private repo): https://github.com/Azizsekerdil/EnglishCourseAI/releases/tag/v1.1.1 (Windows zip + macOS zip)</a:t>
            </a:r>
          </a:p>
          <a:p xmlns:a="http://schemas.openxmlformats.org/drawingml/2006/main">
            <a:r>
              <a:t>- Setup and privacy details: D:/GE_FR/EnglishCourseAI/README.md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57aaf7f8ca46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de508370504b04" /><Relationship Type="http://schemas.openxmlformats.org/officeDocument/2006/relationships/slideLayout" Target="/ppt/slideLayouts/slideLayout1.xml" Id="Ra3730480925749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730480925749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b6d69d55a4ff1" /><Relationship Type="http://schemas.openxmlformats.org/officeDocument/2006/relationships/image" Target="/ppt/media/image.png" Id="R6846adf8825245ee" /><Relationship Type="http://schemas.openxmlformats.org/officeDocument/2006/relationships/notesSlide" Target="/ppt/notesSlides/notesSlide1.xml" Id="R1a2d64d1282c43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d2e51fdef042ed" /><Relationship Type="http://schemas.openxmlformats.org/officeDocument/2006/relationships/notesSlide" Target="/ppt/notesSlides/notesSlide2.xml" Id="Rc5c092ee72bd40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fec182aff4f54" /><Relationship Type="http://schemas.openxmlformats.org/officeDocument/2006/relationships/notesSlide" Target="/ppt/notesSlides/notesSlide3.xml" Id="R7e8deb4e8a1248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1b5b746bc489d" /><Relationship Type="http://schemas.openxmlformats.org/officeDocument/2006/relationships/image" Target="/ppt/media/image.jpeg" Id="R5a34a42ebac0476d" /><Relationship Type="http://schemas.openxmlformats.org/officeDocument/2006/relationships/notesSlide" Target="/ppt/notesSlides/notesSlide4.xml" Id="R6cf3744c9d824e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b57574cb24d3e" /><Relationship Type="http://schemas.openxmlformats.org/officeDocument/2006/relationships/notesSlide" Target="/ppt/notesSlides/notesSlide5.xml" Id="R8451ca69456b4d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b3bfd55d1c4a6a" /><Relationship Type="http://schemas.openxmlformats.org/officeDocument/2006/relationships/image" Target="/ppt/media/image2.png" Id="R8029e4a0af454c4b" /><Relationship Type="http://schemas.openxmlformats.org/officeDocument/2006/relationships/notesSlide" Target="/ppt/notesSlides/notesSlide6.xml" Id="Rca33d64a040542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21133-9126-4986-8C21-60C98C63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6adf8825245ee"/>
          <a:stretch xmlns:a="http://schemas.openxmlformats.org/drawingml/2006/main"/>
        </p:blipFill>
        <p:spPr>
          <a:xfrm xmlns:a="http://schemas.openxmlformats.org/drawingml/2006/main">
            <a:off x="9525000" y="5143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09D82-9A85-4189-A298-E4B3F220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YEREL • BILINGUAL • WINDOWS + MACOS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73DB1-D61E-4ADD-8658-811C106A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752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English</a:t>
            </a:r>
          </a:p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E69F8-CF1D-4EAD-9883-0B8D7F6D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E4B472-A8E4-42B0-83FA-B1D7699B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İngilizce öğrenimi için kişisel masaüstü çalışma alanı</a:t>
            </a:r>
          </a:p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 personal desktop workspace for learning English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EBDD2-59EF-45FE-864B-7755B54C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v1.1.1  •  2026</a:t>
            </a:r>
          </a:p>
        </p:txBody>
      </p:sp>
    </p:spTree>
    <p:extLst>
      <p:ext uri="{BB962C8B-B14F-4D97-AF65-F5344CB8AC3E}">
        <p14:creationId xmlns:p14="http://schemas.microsoft.com/office/powerpoint/2010/main" val="12201452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FC3CE1-12AE-4B5D-B4CD-F66C91B8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0A00B2-BE97-41CA-B1F1-40324135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5F7D6-1539-403A-8287-8AA8A407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18 çalışma alanı tek bir öğrenme döngüsü kuruyor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40CDE-A55D-4498-A1F6-494F520B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Eighteen areas form one learning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4D4C3-527F-4654-AFC8-90F1CE3B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FE7BA-0C68-4813-9F07-C4F8C06D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E6485-5CB1-45F0-B70F-F2E1DAA7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ÖĞREN /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28E124-8434-495A-9D1C-5EDC3320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Aralıklı tekrar, kelime bankası, EN-TR öğrenci sözlüğü ve CEFR sınavları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51CEE-2E37-4DD1-A464-A7F40478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D0CD7-B308-4CF3-B7EB-10518C24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D2DB7C-E72D-4983-89F4-D1D03E3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DUY &amp; YAZ / HEAR &amp;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E53633-F1C4-411A-902B-E9FF7E5A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Yazım-ses, telaffuz ve dilbilgisi laboratuvarları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F75978-1E78-4DE3-9EC4-1BE63493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A4148D-4ACE-487E-93D7-EF848852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5BEFE0-C598-409F-8F44-B1EAAD9F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OKU /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60B532-F64A-44BB-8102-7AC15E36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Ücretsiz kaynak merkezi, PDF notları ve ders kitaplığı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49BC7A-A0F6-4E2D-B86F-399C382B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1EB48-6CD8-45EB-9F61-DDC6816B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94AA0-E126-4BF3-8F62-EA22777E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UYGULA / PRACTISE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DD8099-5B0D-4A80-9788-64823520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AI öğretmen, konuşma, yazma ve haftalık ilerleme</a:t>
            </a:r>
          </a:p>
        </p:txBody>
      </p:sp>
    </p:spTree>
    <p:extLst>
      <p:ext uri="{BB962C8B-B14F-4D97-AF65-F5344CB8AC3E}">
        <p14:creationId xmlns:p14="http://schemas.microsoft.com/office/powerpoint/2010/main" val="11056943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27891D-96BA-4331-96D9-53CF3CC9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D72C1-36DA-4EDF-B641-782FADC8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BA2A8-0BFC-4C40-8310-043D1629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Bu yalnızca bir ad değişikliği değil; içerik İngilizce için yeniden kuruldu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27A6B-9D9B-4B82-9336-85B76190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The content model was rebuilt for English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77387-771F-4CD8-9245-E30AA884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665F78-8053-43AB-BAB2-B234E98C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1.370+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A9686-CD72-4C8A-844D-6EDFD3ED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vocabulary entries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F4B94-DF4B-4FC2-930D-E8ACAF59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162 A1 kelime + 1.210 EN-TR sözlük maddesi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B0FB6B-A171-4068-86CC-C075A946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5A5E9D-CD58-40CC-AD0E-71C7D770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F5549-B0D1-426F-B0D1-4DB734EB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grammar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7277C0-03A0-48A5-BEB3-A5AAA4B2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articles → tenses → phrasal verbs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1A1EFD-EE86-4C6A-9A3D-B3B6D7D1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5A282A-B122-40F0-AB6B-C4401CAD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FE5C12-7962-466A-8AA4-3C7865D6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spelling units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FD8116-D0D7-4021-9B29-5D308958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th, silent letters, -ed/-s, stress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CE6921-2C37-4F0B-9BCE-BF1E2BD1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79676F-15AF-4435-A310-9A2E9D87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80FB3-4C54-448B-B5CC-7239C0BD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verified resources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8B190E-9FA0-4C24-8EC2-7FD55649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access, CC or public domain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16918E-A27C-49CF-B7FA-C1787ECD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4BC8BC-A9A7-46A8-B531-311A92AF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Apostrof ve kısa çizgi doğru yazımda korunur; büyük/küçük harf yanıtı engellemez.</a:t>
            </a:r>
          </a:p>
        </p:txBody>
      </p:sp>
    </p:spTree>
    <p:extLst>
      <p:ext uri="{BB962C8B-B14F-4D97-AF65-F5344CB8AC3E}">
        <p14:creationId xmlns:p14="http://schemas.microsoft.com/office/powerpoint/2010/main" val="13546692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363743-791E-48E5-BCEE-43349B9E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5EF648-B44A-427C-A0B6-89CE65B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73DB4F-9E3C-4361-A099-5A4ED48C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Tek masaüstü, iki arayüz dili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7FD7C-8B0A-4896-A514-26AAB00A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430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One desktop, two interface languages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22472-0F1A-42D6-8337-661BB448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3667125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Türkçe ve English arasında anında geçiş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Yerel SQLite profilleri ve ilerleme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Koyu / açık tema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AI kapalıyken de çalışan temel dersler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0CCA2-1E7B-4EDE-8AD3-EBA540B1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6858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9525">
            <a:solidFill>
              <a:srgbClr val="B8C0CC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4a42ebac0476d"/>
          <a:stretch xmlns:a="http://schemas.openxmlformats.org/drawingml/2006/main"/>
        </p:blipFill>
        <p:spPr>
          <a:xfrm xmlns:a="http://schemas.openxmlformats.org/drawingml/2006/main">
            <a:off x="5136717" y="2057400"/>
            <a:ext cx="5728566" cy="3752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1EACC7-3164-42D0-B797-3E50CE55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667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Gerçek EXE ekranı • Actual EXE capture</a:t>
            </a:r>
          </a:p>
        </p:txBody>
      </p:sp>
    </p:spTree>
    <p:extLst>
      <p:ext uri="{BB962C8B-B14F-4D97-AF65-F5344CB8AC3E}">
        <p14:creationId xmlns:p14="http://schemas.microsoft.com/office/powerpoint/2010/main" val="18485370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B79C26-0F85-496C-9A59-CE28AC12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01973-E5C5-4524-BAD8-096EFD49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85399-0C76-479A-9A7E-26443A54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Ücretsiz kaynaklar bir tık uzakta; içerik izinsiz kopyalanmıyor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5A637-9564-4866-87CE-557E79EA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19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resources stay linked, attributed and licence-aware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C132B-319F-4EC6-9761-13E4C415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FDC7B-4A57-421B-9589-843BE011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5410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6A798-347E-45FE-8E57-4513EFDC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RESMÎ ÜCRETSİZ ERİŞİM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C58D9-E2DD-4CED-98A8-2752B79B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OFFICIAL FREE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368AD-9084-4DBF-84E2-88203509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British Council LearnEnglish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BBC Learning 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Cambridge English activities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VOA Learning English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DD07E7-5964-4A81-97D9-E36DB5EF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Haricî telif koşulları geçerlidir.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813E39-B8C9-475C-9465-7B80A325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241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AÇIK / KAMU MALI KOLEKSİYONLAR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09E5C6-D7B7-4CD5-846D-C87283AA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OPEN / PUBLIC-DOMAIN COLLECTIONS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A46AD-4383-4CF8-AB32-E959F194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Wikibooks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Tatoeba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LibriVox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Project Gutenberg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079D9A-7301-4BD9-AC40-F51AC0D6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Atıf ve yerel kamu malı durumu kontrol edilir.</a:t>
            </a:r>
          </a:p>
        </p:txBody>
      </p:sp>
    </p:spTree>
    <p:extLst>
      <p:ext uri="{BB962C8B-B14F-4D97-AF65-F5344CB8AC3E}">
        <p14:creationId xmlns:p14="http://schemas.microsoft.com/office/powerpoint/2010/main" val="7815058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A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57AF5D-9781-47D2-87E1-6C36CF1B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HEMEN BAŞLA / START LOCALLY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B2305-8E33-46B0-845F-1C83449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962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Önce yerel çalış.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AI’ı yalnızca istediğinde ekle.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76475-0F08-4D2B-AA8F-577BC1CC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Study locally first. Add AI only when you want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62578-CC99-4A04-BF71-64A3DB59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0333C-8505-4730-B1FC-ED2CF67A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82BFC-1AAC-40BD-97B0-61BDFABF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EXE'yi aç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2C462-3906-4834-AEDC-0CF53C39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C1A35"/>
                </a:solidFill>
                <a:latin typeface="Arial"/>
                <a:ea typeface="Arial"/>
                <a:cs typeface="Arial"/>
              </a:rPr>
              <a:t>Open the Windows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D16ED-12F8-447B-A58F-978D3A90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4136A-E0E6-4996-92C5-C942401D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07651-AD24-4582-8925-33C42A99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Günlük kuyruğu çalış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C072B-B080-4B91-9904-81002B83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Review your daily queue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3FBED3-68BB-413F-9151-B163783C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29DA53-FD5A-4AB8-946F-39834B1C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07C5F4-C536-4D30-954B-8D1E7106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İstersen LM Studio bağla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4F69EC-54DB-475E-90CD-3B446E01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Optionally connect LM Studio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E9A62E-4A34-488B-8D28-0BA41DD0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github.com/Azizsekerdil/EnglishCourseAI/releases (v1.1.1, özel repo)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B851B-47E2-4380-A1D9-B43170B3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(v1.1.1)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F0372-CA73-4F9A-AF44-D8E66DE2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53150"/>
            <a:ext cx="942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macOS paketi notarize edilmemiştir; ilk açılışta sağ tık → Aç. / Not notarized; first launch: right-click → Open.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29e4a0af454c4b"/>
          <a:stretch xmlns:a="http://schemas.openxmlformats.org/drawingml/2006/main"/>
        </p:blipFill>
        <p:spPr>
          <a:xfrm xmlns:a="http://schemas.openxmlformats.org/drawingml/2006/main">
            <a:off x="10287000" y="5572125"/>
            <a:ext cx="114300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030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2026-09-06T08:56:53.9410000Z</dcterms:created>
  <dcterms:modified xsi:type="dcterms:W3CDTF">2026-09-06T08:56:53.9420000Z</dcterms:modified>
</coreProperties>
</file>