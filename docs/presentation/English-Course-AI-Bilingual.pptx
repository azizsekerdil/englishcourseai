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b41ee84a904c08" /><Relationship Type="http://schemas.openxmlformats.org/officeDocument/2006/relationships/extended-properties" Target="/docProps/app.xml" Id="Re54ac22fd76645d8" /><Relationship Type="http://schemas.openxmlformats.org/officeDocument/2006/relationships/officeDocument" Target="/ppt/presentation.xml" Id="R46ea52f3093244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9485e8011a4b83"/>
  </p:sldMasterIdLst>
  <p:notesMasterIdLst>
    <p:notesMasterId xmlns:r="http://schemas.openxmlformats.org/officeDocument/2006/relationships" r:id="R9ea13128d2f4429f"/>
  </p:notesMasterIdLst>
  <p:sldIdLst>
    <p:sldId xmlns:r="http://schemas.openxmlformats.org/officeDocument/2006/relationships" id="256" r:id="R8e9aab4a95744bb1"/>
    <p:sldId xmlns:r="http://schemas.openxmlformats.org/officeDocument/2006/relationships" id="257" r:id="R43fac0b1499445d0"/>
    <p:sldId xmlns:r="http://schemas.openxmlformats.org/officeDocument/2006/relationships" id="258" r:id="R8884697262114368"/>
    <p:sldId xmlns:r="http://schemas.openxmlformats.org/officeDocument/2006/relationships" id="259" r:id="R2180dfd678c54a47"/>
    <p:sldId xmlns:r="http://schemas.openxmlformats.org/officeDocument/2006/relationships" id="260" r:id="Rb1f7e36787da4d82"/>
    <p:sldId xmlns:r="http://schemas.openxmlformats.org/officeDocument/2006/relationships" id="261" r:id="R9102b31cf5c04c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754259b64d48cd" /><Relationship Type="http://schemas.openxmlformats.org/officeDocument/2006/relationships/slideMaster" Target="/ppt/slideMasters/slideMaster1.xml" Id="Ra29485e8011a4b83" /><Relationship Type="http://schemas.openxmlformats.org/officeDocument/2006/relationships/notesMaster" Target="/ppt/notesMasters/notesMaster1.xml" Id="R9ea13128d2f4429f" /><Relationship Type="http://schemas.openxmlformats.org/officeDocument/2006/relationships/presProps" Target="/ppt/presProps.xml" Id="R8bdefe3a5a0144dc" /><Relationship Type="http://schemas.openxmlformats.org/officeDocument/2006/relationships/tableStyles" Target="/ppt/tableStyles.xml" Id="R32dd51e6518a4ddc" /><Relationship Type="http://schemas.openxmlformats.org/officeDocument/2006/relationships/slide" Target="/ppt/slides/slide1.xml" Id="R8e9aab4a95744bb1" /><Relationship Type="http://schemas.openxmlformats.org/officeDocument/2006/relationships/slide" Target="/ppt/slides/slide2.xml" Id="R43fac0b1499445d0" /><Relationship Type="http://schemas.openxmlformats.org/officeDocument/2006/relationships/slide" Target="/ppt/slides/slide3.xml" Id="R8884697262114368" /><Relationship Type="http://schemas.openxmlformats.org/officeDocument/2006/relationships/slide" Target="/ppt/slides/slide4.xml" Id="R2180dfd678c54a47" /><Relationship Type="http://schemas.openxmlformats.org/officeDocument/2006/relationships/slide" Target="/ppt/slides/slide5.xml" Id="Rb1f7e36787da4d82" /><Relationship Type="http://schemas.openxmlformats.org/officeDocument/2006/relationships/slide" Target="/ppt/slides/slide6.xml" Id="R9102b31cf5c04c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fd1cc2a4234a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d8422ec9e44cfb" /><Relationship Type="http://schemas.openxmlformats.org/officeDocument/2006/relationships/notesMaster" Target="/ppt/notesMasters/notesMaster1.xml" Id="Rbc8a243f905146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d96e0cd3e2407a" /><Relationship Type="http://schemas.openxmlformats.org/officeDocument/2006/relationships/notesMaster" Target="/ppt/notesMasters/notesMaster1.xml" Id="Rcdd45ea0c90648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b2fa065f854f25" /><Relationship Type="http://schemas.openxmlformats.org/officeDocument/2006/relationships/notesMaster" Target="/ppt/notesMasters/notesMaster1.xml" Id="R252e56f4befe40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fea8cece3e44de" /><Relationship Type="http://schemas.openxmlformats.org/officeDocument/2006/relationships/notesMaster" Target="/ppt/notesMasters/notesMaster1.xml" Id="R8f037895654f4a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de85abd76247a1" /><Relationship Type="http://schemas.openxmlformats.org/officeDocument/2006/relationships/notesMaster" Target="/ppt/notesMasters/notesMaster1.xml" Id="R06f9176dfbe942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528bcf6b74433b" /><Relationship Type="http://schemas.openxmlformats.org/officeDocument/2006/relationships/notesMaster" Target="/ppt/notesMasters/notesMaster1.xml" Id="R550f7216170143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Course AI ürün özeti / product overview.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build: D:/GE_FR/EnglishCourseAI</a:t>
            </a:r>
          </a:p>
          <a:p xmlns:a="http://schemas.openxmlformats.org/drawingml/2006/main">
            <a:r>
              <a:t>- Generated icon: D:/GE_FR/EnglishCourseAI/assets/app-final.png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Öğrenme alanları tekrar, üretim ve izlemeyi tek akışta birleştirir.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D:/GE_FR/EnglishCourseAI/eca/app.py</a:t>
            </a:r>
          </a:p>
          <a:p xmlns:a="http://schemas.openxmlformats.org/drawingml/2006/main">
            <a:r>
              <a:t>- Local tests: D:/GE_FR/EnglishCourseAI/tests/test_ui.py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İngilizceye özgü veri ve doğrulama davranışını vurgulayın.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Vocabulary: D:/GE_FR/EnglishCourseAI/eca/seed_words.py</a:t>
            </a:r>
          </a:p>
          <a:p xmlns:a="http://schemas.openxmlformats.org/drawingml/2006/main">
            <a:r>
              <a:t>- Grammar/spelling/resources: D:/GE_FR/EnglishCourseAI/eca/content.py</a:t>
            </a:r>
          </a:p>
          <a:p xmlns:a="http://schemas.openxmlformats.org/drawingml/2006/main">
            <a:r>
              <a:t>- Automated tests: D:/GE_FR/EnglishCourseAI/tests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Gerçek paketlenmiş Windows uygulamasının ekran görüntüsü kullanılmıştır.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 captured from D:/GE_FR/EnglishCourseAI/dist/EnglishCourseAI.exe</a:t>
            </a:r>
          </a:p>
          <a:p xmlns:a="http://schemas.openxmlformats.org/drawingml/2006/main">
            <a:r>
              <a:t>- Image file: D:/GE_FR/EnglishCourseAI/docs/presentation/assets/english-course-ai-screenshot.jpg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Katalog bağlantı verir; üçüncü taraf materyali uygulamaya kopyalamaz.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https://learnenglish.britishcouncil.org/</a:t>
            </a:r>
          </a:p>
          <a:p xmlns:a="http://schemas.openxmlformats.org/drawingml/2006/main">
            <a:r>
              <a:t>- https://www.bbc.co.uk/learningenglish</a:t>
            </a:r>
          </a:p>
          <a:p xmlns:a="http://schemas.openxmlformats.org/drawingml/2006/main">
            <a:r>
              <a:t>- https://www.cambridgeenglish.org/learning-english/activities-for-learners/</a:t>
            </a:r>
          </a:p>
          <a:p xmlns:a="http://schemas.openxmlformats.org/drawingml/2006/main">
            <a:r>
              <a:t>- https://learningenglish.voanews.com/p/5373.html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Kapanış: ilk kullanım için uygulama, günlük tekrar ve isteğe bağlı yerel AI sırası.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release (private repo): https://github.com/Azizsekerdil/EnglishCourseAI/releases/tag/v1.0.0 (Windows zip + macOS zip)</a:t>
            </a:r>
          </a:p>
          <a:p xmlns:a="http://schemas.openxmlformats.org/drawingml/2006/main">
            <a:r>
              <a:t>- Setup and privacy details: D:/GE_FR/EnglishCourseAI/README.md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7da51868f40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0ecab2ddc74f5f" /><Relationship Type="http://schemas.openxmlformats.org/officeDocument/2006/relationships/slideLayout" Target="/ppt/slideLayouts/slideLayout1.xml" Id="Ra5e8d747a50840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e8d747a50840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839d5f5d2490d" /><Relationship Type="http://schemas.openxmlformats.org/officeDocument/2006/relationships/image" Target="/ppt/media/image.png" Id="Red959deee9dc4f3d" /><Relationship Type="http://schemas.openxmlformats.org/officeDocument/2006/relationships/notesSlide" Target="/ppt/notesSlides/notesSlide1.xml" Id="Rbc38692a472441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5b6fb9ada44c1" /><Relationship Type="http://schemas.openxmlformats.org/officeDocument/2006/relationships/notesSlide" Target="/ppt/notesSlides/notesSlide2.xml" Id="R81604aec881740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0fa0d1c584a1a" /><Relationship Type="http://schemas.openxmlformats.org/officeDocument/2006/relationships/notesSlide" Target="/ppt/notesSlides/notesSlide3.xml" Id="Rcd5c47fca8ec46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1489683e049a6" /><Relationship Type="http://schemas.openxmlformats.org/officeDocument/2006/relationships/image" Target="/ppt/media/image.jpeg" Id="R6e388cc41f42474e" /><Relationship Type="http://schemas.openxmlformats.org/officeDocument/2006/relationships/notesSlide" Target="/ppt/notesSlides/notesSlide4.xml" Id="R447eb76b5ad54d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a1e863ba54880" /><Relationship Type="http://schemas.openxmlformats.org/officeDocument/2006/relationships/notesSlide" Target="/ppt/notesSlides/notesSlide5.xml" Id="Rbf1e97797a8648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77184e2a645a1" /><Relationship Type="http://schemas.openxmlformats.org/officeDocument/2006/relationships/image" Target="/ppt/media/image2.png" Id="Rd4f3daaad9e14d66" /><Relationship Type="http://schemas.openxmlformats.org/officeDocument/2006/relationships/notesSlide" Target="/ppt/notesSlides/notesSlide6.xml" Id="R3b59e6e53e5143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6ABFF0-78D1-48EB-BB30-2228E933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959deee9dc4f3d"/>
          <a:stretch xmlns:a="http://schemas.openxmlformats.org/drawingml/2006/main"/>
        </p:blipFill>
        <p:spPr>
          <a:xfrm xmlns:a="http://schemas.openxmlformats.org/drawingml/2006/main">
            <a:off x="9525000" y="5143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2D123-694F-4EB6-938F-CA72F658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YEREL • BILINGUAL • WINDOWS + MACOS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EBCC1-585D-4C90-8455-82FBDBE2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752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English</a:t>
            </a:r>
          </a:p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5E9D3-77DD-4980-8E49-6B3C83B4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49B45-50E5-4239-82A6-B0E35AF6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İngilizce öğrenimi için kişisel masaüstü çalışma alanı</a:t>
            </a:r>
          </a:p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 personal desktop workspace for learning English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F740C-7C2C-4B30-B46E-B0BE31B6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v1.0.0  •  2026</a:t>
            </a:r>
          </a:p>
        </p:txBody>
      </p:sp>
    </p:spTree>
    <p:extLst>
      <p:ext uri="{BB962C8B-B14F-4D97-AF65-F5344CB8AC3E}">
        <p14:creationId xmlns:p14="http://schemas.microsoft.com/office/powerpoint/2010/main" val="19636922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1DACB6-B642-4DD1-944B-A7C77DA0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FDAB4-2CEE-4075-8934-6F78D0C2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25EAEB-E37D-48BF-BB1C-3435E71F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17 çalışma alanı tek bir öğrenme döngüsü kuruyor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029ABA-78F5-4C01-B003-F5E24BCB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Seventeen areas form one learning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EB735-1046-4F2B-B1AB-55B593C7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30941-B91E-4B22-ACDB-5A84E90A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2A08E-D89F-4A6B-9238-0C2E21BE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ÖĞREN /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C8306-F1C0-4583-9D5E-540F351D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Aralıklı tekrar, kelime bankası ve CEFR sınavları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C48C9-E3D1-4F45-B462-AE4D2D43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9CB6E6-9FBA-4CA1-AF3E-2D6C19A7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261F93-DAB4-4D3B-B2B7-9058099C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DUY &amp; YAZ / HEAR &amp;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E405C-A52A-49C3-8571-0A3DA745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Yazım-ses, telaffuz ve dilbilgisi laboratuvarları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B95424-5C90-437A-B817-5FEA490A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AB9C6E-D63F-4A52-A9C9-5703AB3B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5DC03-9B53-44CF-BEF0-889FEC51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OKU /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00C4E4-25E5-4CC5-A493-CF9F845C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Ücretsiz kaynak merkezi, PDF notları ve ders kitaplığı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BFD430-CB2D-44B4-9EB1-094451FC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A2B0B-F68B-4988-AE91-18C812D1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725B02-F8A9-4E29-AF5C-64B5BAA7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UYGULA / PRACTISE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FFE737-874B-4296-B2A1-3704D578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AI öğretmen, konuşma, yazma ve haftalık ilerleme</a:t>
            </a:r>
          </a:p>
        </p:txBody>
      </p:sp>
    </p:spTree>
    <p:extLst>
      <p:ext uri="{BB962C8B-B14F-4D97-AF65-F5344CB8AC3E}">
        <p14:creationId xmlns:p14="http://schemas.microsoft.com/office/powerpoint/2010/main" val="1550593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52A4B3-5704-4AB6-BBFA-9F7B5C63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2A262-6D48-4BE7-AB9C-20E1C323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878DC7-F3EA-4E93-A189-7032A0CA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Bu yalnızca bir ad değişikliği değil; içerik İngilizce için yeniden kuruldu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04CDF-8F41-496D-B710-149EA015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The content model was rebuilt for English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5B2C1-64E5-4DB6-A472-E217E21E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23118-8D0C-432E-A1ED-8D39A43D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1EFC3-8F0C-4797-BD77-0E035D9B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A1 words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7A5875-2665-412E-A469-D492D415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Türkçe anlam ve doğal örnek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F2F4B-7367-47C4-8F64-EBAB8F72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90B3B-E524-4B50-9C7C-F2C997C6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443F6-CA52-490B-9922-8827EAF3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grammar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C7A2D-1F53-4F99-A4F0-926E052E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articles → tenses → phrasal verbs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D6E362-6BA9-4225-854D-A0B63236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BA7EDB-DA81-4B5E-AB2E-70F5982D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3BD9A2-E3C0-4914-807E-20CD0435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spelling units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C498B5-ABB5-482B-AB8C-2BB3F5ED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th, silent letters, -ed/-s, stress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D591D3-57AD-495B-8059-6E9A6202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D9BCBC-0206-4A8B-9140-5A8DFC0E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1721F4-1898-4475-AE5D-7D4EFA25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verified resources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7C1CBA-D313-4F17-879C-569014E9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access, CC or public domain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829EAC-470A-4744-AC77-D6D0778C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6431C4-F264-4677-B778-AEB8AD1F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Apostrof ve kısa çizgi doğru yazımda korunur; büyük/küçük harf yanıtı engellemez.</a:t>
            </a:r>
          </a:p>
        </p:txBody>
      </p:sp>
    </p:spTree>
    <p:extLst>
      <p:ext uri="{BB962C8B-B14F-4D97-AF65-F5344CB8AC3E}">
        <p14:creationId xmlns:p14="http://schemas.microsoft.com/office/powerpoint/2010/main" val="10714795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98E8F-1D73-4FF0-92AA-8E9606BB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03E680-5672-45D9-8C52-3DE93E24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838F7-D9A2-40A6-B4B3-AE78AC92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Tek masaüstü, iki arayüz dili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AFB13-9DC5-4B5E-BA5C-38DF492B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430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One desktop, two interface languages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ECA59-7A87-49B3-A90B-BAB4D680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3667125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Türkçe ve English arasında anında geçiş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Yerel SQLite profilleri ve ilerleme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Koyu / açık tema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AI kapalıyken de çalışan temel dersler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2A18D3-6A3F-4234-8826-4F63BEDA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6858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9525">
            <a:solidFill>
              <a:srgbClr val="B8C0CC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88cc41f42474e"/>
          <a:stretch xmlns:a="http://schemas.openxmlformats.org/drawingml/2006/main"/>
        </p:blipFill>
        <p:spPr>
          <a:xfrm xmlns:a="http://schemas.openxmlformats.org/drawingml/2006/main">
            <a:off x="5136717" y="2057400"/>
            <a:ext cx="5728566" cy="3752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50D73-AC6E-4C58-8266-B0C71E99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667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Gerçek EXE ekranı • Actual EXE capture</a:t>
            </a:r>
          </a:p>
        </p:txBody>
      </p:sp>
    </p:spTree>
    <p:extLst>
      <p:ext uri="{BB962C8B-B14F-4D97-AF65-F5344CB8AC3E}">
        <p14:creationId xmlns:p14="http://schemas.microsoft.com/office/powerpoint/2010/main" val="3293572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8AAC00-5887-4683-B94D-1520BA20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6FEE02-4B2E-4075-AB76-4AA694A5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B611E-354D-41C1-811B-E313666E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Ücretsiz kaynaklar bir tık uzakta; içerik izinsiz kopyalanmıyor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1886C-3579-4A59-B2D9-94103962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19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resources stay linked, attributed and licence-aware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240A9-501B-401F-A747-63846292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7DD5B-FB11-48BC-8551-41A22722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5410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5D518-5E54-4015-BFD9-9DE087EA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RESMÎ ÜCRETSİZ ERİŞİM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7AC74-09E2-4558-BEEC-DBC87411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OFFICIAL FREE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E8135-1D83-4C5F-BA15-BB489865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British Council LearnEnglish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BBC Learning 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Cambridge English activities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VOA Learning English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CC530-1C7A-4581-B12A-07A91D66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Haricî telif koşulları geçerlidir.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FB2F4-50D7-4DC2-BEF8-6B0C0832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241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AÇIK / KAMU MALI KOLEKSİYONLAR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0108A-2F94-4556-B6D6-8474BEF1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OPEN / PUBLIC-DOMAIN COLLECTIONS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8FB7D5-F004-41E4-9507-BC1F9778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Wikibooks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Tatoeba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LibriVox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Project Gutenberg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F57C0-729B-4B4E-BEAB-096691F6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Atıf ve yerel kamu malı durumu kontrol edilir.</a:t>
            </a:r>
          </a:p>
        </p:txBody>
      </p:sp>
    </p:spTree>
    <p:extLst>
      <p:ext uri="{BB962C8B-B14F-4D97-AF65-F5344CB8AC3E}">
        <p14:creationId xmlns:p14="http://schemas.microsoft.com/office/powerpoint/2010/main" val="11771391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A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EAF928-B54E-4470-BE44-7657B983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HEMEN BAŞLA / START LOCALLY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3BB85-7793-4F18-9AAC-89A34F97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962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Önce yerel çalış.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AI’ı yalnızca istediğinde ekle.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102CA-EDD0-4906-B7F9-7A2D0228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Study locally first. Add AI only when you want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D2D55-40A1-4057-85DF-0AB46629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E4D70-334C-4FE9-8629-D4C7C7C4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C556B-7539-477D-B178-8BB78F72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EXE'yi aç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3AE07-B6DC-4D9F-A766-6684C416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C1A35"/>
                </a:solidFill>
                <a:latin typeface="Arial"/>
                <a:ea typeface="Arial"/>
                <a:cs typeface="Arial"/>
              </a:rPr>
              <a:t>Open the Windows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D749D-7617-4882-B8FF-8263B505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8F643-36C8-496C-8DD0-FE4A46C2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2AAC4-99BB-4C0E-AA45-AB2A3379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Günlük kuyruğu çalış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343F02-36A8-4E09-8809-3C09E4B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Review your daily queue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AC38C-9B29-4C26-B11A-1A663471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D0D97B-2025-4F16-8A36-969915E4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C01F9B-6913-4452-B03F-D9711D31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İstersen LM Studio bağla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38233-0D44-4E43-988D-E89FC306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Optionally connect LM Studio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7E0A-D6AD-4D80-A663-DB0244F2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github.com/Azizsekerdil/EnglishCourseAI/releases (v1.0.0, özel repo)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44AF83-5888-45B0-BC43-3E0416BC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48AD66-8854-47AE-987E-A7CCEB01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53150"/>
            <a:ext cx="942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macOS paketi notarize edilmemiştir; ilk açılışta sağ tık → Aç. / Not notarized; first launch: right-click → Open.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3daaad9e14d66"/>
          <a:stretch xmlns:a="http://schemas.openxmlformats.org/drawingml/2006/main"/>
        </p:blipFill>
        <p:spPr>
          <a:xfrm xmlns:a="http://schemas.openxmlformats.org/drawingml/2006/main">
            <a:off x="10287000" y="5572125"/>
            <a:ext cx="114300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3179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2026-09-01T07:41:58.6060000Z</dcterms:created>
  <dcterms:modified xsi:type="dcterms:W3CDTF">2026-09-01T07:41:58.6060000Z</dcterms:modified>
</coreProperties>
</file>