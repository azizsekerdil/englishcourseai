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a354eea472413e" /><Relationship Type="http://schemas.openxmlformats.org/officeDocument/2006/relationships/extended-properties" Target="/docProps/app.xml" Id="R74e4f736e7264297" /><Relationship Type="http://schemas.openxmlformats.org/officeDocument/2006/relationships/officeDocument" Target="/ppt/presentation.xml" Id="R12783cecc3224a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db7c08ecf94745"/>
  </p:sldMasterIdLst>
  <p:notesMasterIdLst>
    <p:notesMasterId xmlns:r="http://schemas.openxmlformats.org/officeDocument/2006/relationships" r:id="Rc90896163ab64c5c"/>
  </p:notesMasterIdLst>
  <p:sldIdLst>
    <p:sldId xmlns:r="http://schemas.openxmlformats.org/officeDocument/2006/relationships" id="256" r:id="R7bee2c70acd246eb"/>
    <p:sldId xmlns:r="http://schemas.openxmlformats.org/officeDocument/2006/relationships" id="257" r:id="R5c7ae9bd1f264011"/>
    <p:sldId xmlns:r="http://schemas.openxmlformats.org/officeDocument/2006/relationships" id="258" r:id="Rc50e2daa5fa84a9a"/>
    <p:sldId xmlns:r="http://schemas.openxmlformats.org/officeDocument/2006/relationships" id="259" r:id="Rc7b79f9f08494001"/>
    <p:sldId xmlns:r="http://schemas.openxmlformats.org/officeDocument/2006/relationships" id="260" r:id="R8586d0791d364ea0"/>
    <p:sldId xmlns:r="http://schemas.openxmlformats.org/officeDocument/2006/relationships" id="261" r:id="Ra722d1ec4eb74f9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a66dd3e48645b3" /><Relationship Type="http://schemas.openxmlformats.org/officeDocument/2006/relationships/slideMaster" Target="/ppt/slideMasters/slideMaster1.xml" Id="R7edb7c08ecf94745" /><Relationship Type="http://schemas.openxmlformats.org/officeDocument/2006/relationships/notesMaster" Target="/ppt/notesMasters/notesMaster1.xml" Id="Rc90896163ab64c5c" /><Relationship Type="http://schemas.openxmlformats.org/officeDocument/2006/relationships/presProps" Target="/ppt/presProps.xml" Id="R7039c24e75da42d3" /><Relationship Type="http://schemas.openxmlformats.org/officeDocument/2006/relationships/tableStyles" Target="/ppt/tableStyles.xml" Id="R16696ec2bb4f44e9" /><Relationship Type="http://schemas.openxmlformats.org/officeDocument/2006/relationships/slide" Target="/ppt/slides/slide1.xml" Id="R7bee2c70acd246eb" /><Relationship Type="http://schemas.openxmlformats.org/officeDocument/2006/relationships/slide" Target="/ppt/slides/slide2.xml" Id="R5c7ae9bd1f264011" /><Relationship Type="http://schemas.openxmlformats.org/officeDocument/2006/relationships/slide" Target="/ppt/slides/slide3.xml" Id="Rc50e2daa5fa84a9a" /><Relationship Type="http://schemas.openxmlformats.org/officeDocument/2006/relationships/slide" Target="/ppt/slides/slide4.xml" Id="Rc7b79f9f08494001" /><Relationship Type="http://schemas.openxmlformats.org/officeDocument/2006/relationships/slide" Target="/ppt/slides/slide5.xml" Id="R8586d0791d364ea0" /><Relationship Type="http://schemas.openxmlformats.org/officeDocument/2006/relationships/slide" Target="/ppt/slides/slide6.xml" Id="Ra722d1ec4eb74f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5a72a6a9a641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914cc7803c45ce" /><Relationship Type="http://schemas.openxmlformats.org/officeDocument/2006/relationships/notesMaster" Target="/ppt/notesMasters/notesMaster1.xml" Id="Rc80b9d07ad9040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a804dba56a4a09" /><Relationship Type="http://schemas.openxmlformats.org/officeDocument/2006/relationships/notesMaster" Target="/ppt/notesMasters/notesMaster1.xml" Id="R93352da950824e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627f6d9b7f4ee3" /><Relationship Type="http://schemas.openxmlformats.org/officeDocument/2006/relationships/notesMaster" Target="/ppt/notesMasters/notesMaster1.xml" Id="R70b1ad72dcd444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4fe0741cf84167" /><Relationship Type="http://schemas.openxmlformats.org/officeDocument/2006/relationships/notesMaster" Target="/ppt/notesMasters/notesMaster1.xml" Id="R36f1f854ecfb4b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58558047934865" /><Relationship Type="http://schemas.openxmlformats.org/officeDocument/2006/relationships/notesMaster" Target="/ppt/notesMasters/notesMaster1.xml" Id="Rb86e074227a14b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7c2227829d4525" /><Relationship Type="http://schemas.openxmlformats.org/officeDocument/2006/relationships/notesMaster" Target="/ppt/notesMasters/notesMaster1.xml" Id="Rf2d0f16ab89e4b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Course AI ürün özeti / product overview.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build: D:/GE_FR/EnglishCourseAI</a:t>
            </a:r>
          </a:p>
          <a:p xmlns:a="http://schemas.openxmlformats.org/drawingml/2006/main">
            <a:r>
              <a:t>- Generated icon: D:/GE_FR/EnglishCourseAI/assets/app-final.png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Öğrenme alanları tekrar, üretim ve izlemeyi tek akışta birleştirir.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D:/GE_FR/EnglishCourseAI/eca/app.py</a:t>
            </a:r>
          </a:p>
          <a:p xmlns:a="http://schemas.openxmlformats.org/drawingml/2006/main">
            <a:r>
              <a:t>- Local tests: D:/GE_FR/EnglishCourseAI/tests/test_ui.py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İngilizceye özgü veri ve doğrulama davranışını vurgulayın.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Vocabulary: D:/GE_FR/EnglishCourseAI/eca/seed_words.py</a:t>
            </a:r>
          </a:p>
          <a:p xmlns:a="http://schemas.openxmlformats.org/drawingml/2006/main">
            <a:r>
              <a:t>- Dictionary: D:/GE_FR/EnglishCourseAI/eca/dict_data.py (1,210+ EN-TR entries with definitions)</a:t>
            </a:r>
          </a:p>
          <a:p xmlns:a="http://schemas.openxmlformats.org/drawingml/2006/main">
            <a:r>
              <a:t>- Grammar/spelling/resources: D:/GE_FR/EnglishCourseAI/eca/content.py</a:t>
            </a:r>
          </a:p>
          <a:p xmlns:a="http://schemas.openxmlformats.org/drawingml/2006/main">
            <a:r>
              <a:t>- Automated tests: D:/GE_FR/EnglishCourseAI/tests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Gerçek paketlenmiş Windows uygulamasının ekran görüntüsü kullanılmıştır.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 captured from D:/GE_FR/EnglishCourseAI/dist/EnglishCourseAI.exe</a:t>
            </a:r>
          </a:p>
          <a:p xmlns:a="http://schemas.openxmlformats.org/drawingml/2006/main">
            <a:r>
              <a:t>- Image file: D:/GE_FR/EnglishCourseAI/docs/presentation/assets/english-course-ai-screenshot.jpg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Katalog bağlantı verir; üçüncü taraf materyali uygulamaya kopyalamaz.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https://learnenglish.britishcouncil.org/</a:t>
            </a:r>
          </a:p>
          <a:p xmlns:a="http://schemas.openxmlformats.org/drawingml/2006/main">
            <a:r>
              <a:t>- https://www.bbc.co.uk/learningenglish</a:t>
            </a:r>
          </a:p>
          <a:p xmlns:a="http://schemas.openxmlformats.org/drawingml/2006/main">
            <a:r>
              <a:t>- https://www.cambridgeenglish.org/learning-english/activities-for-learners/</a:t>
            </a:r>
          </a:p>
          <a:p xmlns:a="http://schemas.openxmlformats.org/drawingml/2006/main">
            <a:r>
              <a:t>- https://learningenglish.voanews.com/p/5373.html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Kapanış: ilk kullanım için uygulama, günlük tekrar ve isteğe bağlı yerel AI sırası.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release (private repo): https://github.com/Azizsekerdil/EnglishCourseAI/releases/tag/v1.0.0 (Windows zip + macOS zip)</a:t>
            </a:r>
          </a:p>
          <a:p xmlns:a="http://schemas.openxmlformats.org/drawingml/2006/main">
            <a:r>
              <a:t>- Setup and privacy details: D:/GE_FR/EnglishCourseAI/README.md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ae6cf836b42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fa71f1ce1444f8" /><Relationship Type="http://schemas.openxmlformats.org/officeDocument/2006/relationships/slideLayout" Target="/ppt/slideLayouts/slideLayout1.xml" Id="Ra9522b1a04184b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522b1a04184b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1c541706745c3" /><Relationship Type="http://schemas.openxmlformats.org/officeDocument/2006/relationships/image" Target="/ppt/media/image.png" Id="Re49337b706d14520" /><Relationship Type="http://schemas.openxmlformats.org/officeDocument/2006/relationships/notesSlide" Target="/ppt/notesSlides/notesSlide1.xml" Id="Rb53d78eb568f44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85acdec9942a2" /><Relationship Type="http://schemas.openxmlformats.org/officeDocument/2006/relationships/notesSlide" Target="/ppt/notesSlides/notesSlide2.xml" Id="R9c5d3b30b35447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4ff3fb666b4943" /><Relationship Type="http://schemas.openxmlformats.org/officeDocument/2006/relationships/notesSlide" Target="/ppt/notesSlides/notesSlide3.xml" Id="R0ba4fa4900ca40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c55eb83c245cb" /><Relationship Type="http://schemas.openxmlformats.org/officeDocument/2006/relationships/image" Target="/ppt/media/image.jpeg" Id="R55df0bc18bd3453f" /><Relationship Type="http://schemas.openxmlformats.org/officeDocument/2006/relationships/notesSlide" Target="/ppt/notesSlides/notesSlide4.xml" Id="R78b5b7d746a846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e2982ac0043e8" /><Relationship Type="http://schemas.openxmlformats.org/officeDocument/2006/relationships/notesSlide" Target="/ppt/notesSlides/notesSlide5.xml" Id="R9b6ad669668a4a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ae1afbb46492e" /><Relationship Type="http://schemas.openxmlformats.org/officeDocument/2006/relationships/image" Target="/ppt/media/image2.png" Id="Rcc0868150fc84a16" /><Relationship Type="http://schemas.openxmlformats.org/officeDocument/2006/relationships/notesSlide" Target="/ppt/notesSlides/notesSlide6.xml" Id="R1a09faaffd044d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D6EE19-E3A3-487F-9185-1D16D2BE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9337b706d14520"/>
          <a:stretch xmlns:a="http://schemas.openxmlformats.org/drawingml/2006/main"/>
        </p:blipFill>
        <p:spPr>
          <a:xfrm xmlns:a="http://schemas.openxmlformats.org/drawingml/2006/main">
            <a:off x="9525000" y="514350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F35E6-313C-405C-BB15-091C9670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YEREL • BILINGUAL • WINDOWS + MACOS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D61B4B-BD15-4901-BC06-43681612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752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English</a:t>
            </a:r>
          </a:p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7F9DF9-C29F-46E4-800C-E14BCB79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A8198-B97B-4E17-999A-A881552F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İngilizce öğrenimi için kişisel masaüstü çalışma alanı</a:t>
            </a:r>
          </a:p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 personal desktop workspace for learning English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F3CC1-086E-4148-9B26-0D80B1DF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v1.0.0  •  2026</a:t>
            </a:r>
          </a:p>
        </p:txBody>
      </p:sp>
    </p:spTree>
    <p:extLst>
      <p:ext uri="{BB962C8B-B14F-4D97-AF65-F5344CB8AC3E}">
        <p14:creationId xmlns:p14="http://schemas.microsoft.com/office/powerpoint/2010/main" val="10674188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02CE05-D302-4F70-900C-4D8E2762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ECE08-0098-427D-B217-3C032F5D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D52C1-2A34-4B85-A99F-C2A61477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18 çalışma alanı tek bir öğrenme döngüsü kuruyor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B28EC2-4507-4D6E-B925-1200AF8E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Eighteen areas form one learning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A38E5A-D788-4F14-A03F-6B3BF446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9E31D-F1B8-4611-ABC6-48C11C64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41B783-61FC-4614-BCA0-586F69A0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ÖĞREN / 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8264BC-83EF-46B3-BFCD-CDBB35A0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Aralıklı tekrar, kelime bankası, EN-TR öğrenci sözlüğü ve CEFR sınavları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A6FEE-EF34-416C-999C-17DEBC87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823042-0A3D-4EF3-AB27-6FEB3A7E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FDA2A-09F4-42ED-9EC5-7BD86A6C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DUY &amp; YAZ / HEAR &amp;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50F57F-88C0-4BE2-930D-EA07C9AB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Yazım-ses, telaffuz ve dilbilgisi laboratuvarları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6B4D1D-67B6-496A-B507-74C9CD92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5F49D9-AEA3-48C0-907A-5C3B3B62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EFA16-71EB-4253-B94E-5F33016A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OKU /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9EC47-12EB-46C4-AE24-22E49E18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Ücretsiz kaynak merkezi, PDF notları ve ders kitaplığı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C0B21-8FEB-404E-94D0-6AEC929A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B1CC7D-FDBF-4620-95DD-9A57D093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054248-C267-47FE-A7CE-3161FF24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UYGULA / PRACTISE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107357-35F5-46CA-B373-383E7FE2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AI öğretmen, konuşma, yazma ve haftalık ilerleme</a:t>
            </a:r>
          </a:p>
        </p:txBody>
      </p:sp>
    </p:spTree>
    <p:extLst>
      <p:ext uri="{BB962C8B-B14F-4D97-AF65-F5344CB8AC3E}">
        <p14:creationId xmlns:p14="http://schemas.microsoft.com/office/powerpoint/2010/main" val="10978926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1645A7-0D33-4648-9107-2990485A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EE677A-F0F8-40C0-9D15-FFA61768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997F4-71DD-4497-A41E-140485CE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Bu yalnızca bir ad değişikliği değil; içerik İngilizce için yeniden kuruldu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41C2C9-B377-44FB-AAC7-A63628AF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The content model was rebuilt for English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4F4B6-FFB4-4AE6-AE47-535F4F35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174A5-FDA7-404C-A3E3-A457A12A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1.370+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065D9-900D-44EF-929E-86AA8471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vocabulary entries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0A609E-74C4-4665-AA80-8F1E63B9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162 A1 kelime + 1.210 EN-TR sözlük maddesi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57BD8D-693B-4710-92CB-55E0F34D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960C4-7F66-4078-A652-4C1393B5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24B72F-90BC-4FFF-BECF-D467EDC8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grammar topics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527322-F6BD-46D9-933E-3E274475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articles → tenses → phrasal verbs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4373A8-3D4A-48C1-BE7C-A3B163F8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016126-5952-49D6-ABBE-D21DA067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52C510-EFAC-4667-A1DD-BBBF8CDD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spelling units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90DDBF-D131-4151-AC31-D7B1664F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th, silent letters, -ed/-s, stress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3DA481-9224-4B58-AEE6-1E95FBC1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7FF94-6D00-405C-B3FC-1D849A5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6E4BAC-D736-4796-99C6-427791F8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verified resources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F51AB6-4BFE-4C03-9E48-B812D303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access, CC or public domain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379F25-583C-44E1-B6BA-DCF4C38B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0934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A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CF425C-4AE3-48D3-8D4A-16F0871D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Apostrof ve kısa çizgi doğru yazımda korunur; büyük/küçük harf yanıtı engellemez.</a:t>
            </a:r>
          </a:p>
        </p:txBody>
      </p:sp>
    </p:spTree>
    <p:extLst>
      <p:ext uri="{BB962C8B-B14F-4D97-AF65-F5344CB8AC3E}">
        <p14:creationId xmlns:p14="http://schemas.microsoft.com/office/powerpoint/2010/main" val="13589453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74D982-CBFE-4976-8FEB-E9867B39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6B151-BC57-4519-9683-8D4C3F17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BD61F-BA61-4AB5-BA8F-9C690A9C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Tek masaüstü, iki arayüz dili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974F6-8965-490B-881D-18088B36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430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One desktop, two interface languages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E6923-D2F0-4C2E-B04B-60BA7451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3667125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Türkçe ve English arasında anında geçiş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Yerel SQLite profilleri ve ilerleme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Koyu / açık tema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AI kapalıyken de çalışan temel dersler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F067E-5C92-4B40-AC0F-32799F1A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68580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9525">
            <a:solidFill>
              <a:srgbClr val="B8C0CC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f0bc18bd3453f"/>
          <a:stretch xmlns:a="http://schemas.openxmlformats.org/drawingml/2006/main"/>
        </p:blipFill>
        <p:spPr>
          <a:xfrm xmlns:a="http://schemas.openxmlformats.org/drawingml/2006/main">
            <a:off x="5136717" y="2057400"/>
            <a:ext cx="5728566" cy="3752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DF45A-C83F-4105-9A5F-CCBE2EEC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3667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Gerçek EXE ekranı • Actual EXE capture</a:t>
            </a:r>
          </a:p>
        </p:txBody>
      </p:sp>
    </p:spTree>
    <p:extLst>
      <p:ext uri="{BB962C8B-B14F-4D97-AF65-F5344CB8AC3E}">
        <p14:creationId xmlns:p14="http://schemas.microsoft.com/office/powerpoint/2010/main" val="8037704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DC397F-E7BA-4F5C-A114-54A81B26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7292E-838A-4270-9B83-6018BC88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3C4BB-5CCA-4A3C-BC4F-DBA8D07C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Ücretsiz kaynaklar bir tık uzakta; içerik izinsiz kopyalanmıyor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98E0D-D2ED-4522-AD42-A89CA30C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192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resources stay linked, attributed and licence-aware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80220-614F-4FAE-83BB-90FE683C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45D6AD-4E75-4E70-A245-7D7D2A2D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95500"/>
            <a:ext cx="54102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8F6320-394F-4F75-BDD2-CBB78C3E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RESMÎ ÜCRETSİZ ERİŞİM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C9FAC-4738-46D7-9F88-135AE8C2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OFFICIAL FREE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916CB-67B3-4012-8593-A0EFAA6B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4381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British Council LearnEnglish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BBC Learning 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Cambridge English activities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VOA Learning English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3FE0C-7D8E-48EC-888D-014C612F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Haricî telif koşulları geçerlidir.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530563-4B85-4115-9EE3-22E538C9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241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AÇIK / KAMU MALI KOLEKSİYONLAR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C87EA3-37F0-4629-9773-D27BE7C2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479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OPEN / PUBLIC-DOMAIN COLLECTIONS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02EB1A-B97B-45CA-97E6-E7FECABA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05150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Wikibooks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Tatoeba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LibriVox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Project Gutenberg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02D512-5BC0-4904-BE38-95A1E1C0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Atıf ve yerel kamu malı durumu kontrol edilir.</a:t>
            </a:r>
          </a:p>
        </p:txBody>
      </p:sp>
    </p:spTree>
    <p:extLst>
      <p:ext uri="{BB962C8B-B14F-4D97-AF65-F5344CB8AC3E}">
        <p14:creationId xmlns:p14="http://schemas.microsoft.com/office/powerpoint/2010/main" val="8416242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A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8880E1-7990-44F2-A335-5E316D07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HEMEN BAŞLA / START LOCALLY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BEDD1-13A5-468A-A6A0-FD91A1F3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962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Önce yerel çalış.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AI’ı yalnızca istediğinde ekle.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CE983-BA96-4305-BA4C-6B772D18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Study locally first. Add AI only when you want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EC70B-9AF2-4E72-9481-D4F78138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87855-6864-4A85-A473-24710A21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2F2309-553C-418D-9D56-B3E8F098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EXE'yi aç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EBD2C3-F421-4659-81D2-D832C942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C1A35"/>
                </a:solidFill>
                <a:latin typeface="Arial"/>
                <a:ea typeface="Arial"/>
                <a:cs typeface="Arial"/>
              </a:rPr>
              <a:t>Open the Windows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E82D89-9DA8-4D0D-B2D4-C4F975B9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AB6086-055D-4C18-9CA5-A6F63848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DC0B5-125D-4A3A-A8A4-0E5F3F7C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Günlük kuyruğu çalış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3CDAF-5DFB-4E1E-9120-8225DAE2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Review your daily queue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41CB8A-C81D-4CA0-B0D7-EA88EA72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8EEB1E-04B7-4DA5-84B7-4014A6FE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C1EEA3-6A48-470C-B72D-585A799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İstersen LM Studio bağla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4E0808-1FC9-4599-B3E8-C66FB419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Optionally connect LM Studio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BA7DC-D6D0-46FD-BA0D-0AF68021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942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github.com/Azizsekerdil/EnglishCourseAI/releases (v1.0.0, özel repo)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B73740-14FC-4B2E-8633-50D5346A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42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(v1.0.0)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33B625-302E-4642-8373-AECE4086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53150"/>
            <a:ext cx="942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macOS paketi notarize edilmemiştir; ilk açılışta sağ tık → Aç. / Not notarized; first launch: right-click → Open.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868150fc84a16"/>
          <a:stretch xmlns:a="http://schemas.openxmlformats.org/drawingml/2006/main"/>
        </p:blipFill>
        <p:spPr>
          <a:xfrm xmlns:a="http://schemas.openxmlformats.org/drawingml/2006/main">
            <a:off x="10287000" y="5572125"/>
            <a:ext cx="1143000" cy="114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309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2026-09-06T03:55:12.2820000Z</dcterms:created>
  <dcterms:modified xsi:type="dcterms:W3CDTF">2026-09-06T03:55:12.2820000Z</dcterms:modified>
</coreProperties>
</file>