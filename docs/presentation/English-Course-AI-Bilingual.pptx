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a0588135a4f05" /><Relationship Type="http://schemas.openxmlformats.org/officeDocument/2006/relationships/extended-properties" Target="/docProps/app.xml" Id="R81109d44831b4ce8" /><Relationship Type="http://schemas.openxmlformats.org/officeDocument/2006/relationships/officeDocument" Target="/ppt/presentation.xml" Id="Rcc317c83c7f2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4a43849674f59"/>
  </p:sldMasterIdLst>
  <p:notesMasterIdLst>
    <p:notesMasterId xmlns:r="http://schemas.openxmlformats.org/officeDocument/2006/relationships" r:id="Rcd922a04c0104511"/>
  </p:notesMasterIdLst>
  <p:sldIdLst>
    <p:sldId xmlns:r="http://schemas.openxmlformats.org/officeDocument/2006/relationships" id="256" r:id="R9762de30c6e5480c"/>
    <p:sldId xmlns:r="http://schemas.openxmlformats.org/officeDocument/2006/relationships" id="257" r:id="R96772dc4df724afc"/>
    <p:sldId xmlns:r="http://schemas.openxmlformats.org/officeDocument/2006/relationships" id="258" r:id="R86890664d12d46b7"/>
    <p:sldId xmlns:r="http://schemas.openxmlformats.org/officeDocument/2006/relationships" id="259" r:id="R45b8b57b783f4789"/>
    <p:sldId xmlns:r="http://schemas.openxmlformats.org/officeDocument/2006/relationships" id="260" r:id="R6dcc3f2a64624ec1"/>
    <p:sldId xmlns:r="http://schemas.openxmlformats.org/officeDocument/2006/relationships" id="261" r:id="R920feb5a0aeb4b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4cbc52da84033" /><Relationship Type="http://schemas.openxmlformats.org/officeDocument/2006/relationships/slideMaster" Target="/ppt/slideMasters/slideMaster1.xml" Id="Rff84a43849674f59" /><Relationship Type="http://schemas.openxmlformats.org/officeDocument/2006/relationships/notesMaster" Target="/ppt/notesMasters/notesMaster1.xml" Id="Rcd922a04c0104511" /><Relationship Type="http://schemas.openxmlformats.org/officeDocument/2006/relationships/presProps" Target="/ppt/presProps.xml" Id="R0f3dbbfdb1994d14" /><Relationship Type="http://schemas.openxmlformats.org/officeDocument/2006/relationships/tableStyles" Target="/ppt/tableStyles.xml" Id="R8cd900cf8dc74e94" /><Relationship Type="http://schemas.openxmlformats.org/officeDocument/2006/relationships/slide" Target="/ppt/slides/slide1.xml" Id="R9762de30c6e5480c" /><Relationship Type="http://schemas.openxmlformats.org/officeDocument/2006/relationships/slide" Target="/ppt/slides/slide2.xml" Id="R96772dc4df724afc" /><Relationship Type="http://schemas.openxmlformats.org/officeDocument/2006/relationships/slide" Target="/ppt/slides/slide3.xml" Id="R86890664d12d46b7" /><Relationship Type="http://schemas.openxmlformats.org/officeDocument/2006/relationships/slide" Target="/ppt/slides/slide4.xml" Id="R45b8b57b783f4789" /><Relationship Type="http://schemas.openxmlformats.org/officeDocument/2006/relationships/slide" Target="/ppt/slides/slide5.xml" Id="R6dcc3f2a64624ec1" /><Relationship Type="http://schemas.openxmlformats.org/officeDocument/2006/relationships/slide" Target="/ppt/slides/slide6.xml" Id="R920feb5a0aeb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5e8b439faf43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bd714bb714dbc" /><Relationship Type="http://schemas.openxmlformats.org/officeDocument/2006/relationships/notesMaster" Target="/ppt/notesMasters/notesMaster1.xml" Id="R98bd2d2714df4f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1ce3393b95473f" /><Relationship Type="http://schemas.openxmlformats.org/officeDocument/2006/relationships/notesMaster" Target="/ppt/notesMasters/notesMaster1.xml" Id="R4c2bdb8118be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7fb95315048ad" /><Relationship Type="http://schemas.openxmlformats.org/officeDocument/2006/relationships/notesMaster" Target="/ppt/notesMasters/notesMaster1.xml" Id="Ra74635d070904d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105ac751b34095" /><Relationship Type="http://schemas.openxmlformats.org/officeDocument/2006/relationships/notesMaster" Target="/ppt/notesMasters/notesMaster1.xml" Id="R47612df802804b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951f30733447be" /><Relationship Type="http://schemas.openxmlformats.org/officeDocument/2006/relationships/notesMaster" Target="/ppt/notesMasters/notesMaster1.xml" Id="R49ced3c6e013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c225c7185a477f" /><Relationship Type="http://schemas.openxmlformats.org/officeDocument/2006/relationships/notesMaster" Target="/ppt/notesMasters/notesMaster1.xml" Id="Rf1dc40e053e247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 Course AI ürün özeti / product overview.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application build: D:/GE_FR/EnglishCourseAI</a:t>
            </a:r>
          </a:p>
          <a:p xmlns:a="http://schemas.openxmlformats.org/drawingml/2006/main">
            <a:r>
              <a:t>- Generated icon: D:/GE_FR/EnglishCourseAI/assets/app-final.png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Öğrenme alanları tekrar, üretim ve izlemeyi tek akışta birleştirir.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D:/GE_FR/EnglishCourseAI/eca/app.py</a:t>
            </a:r>
          </a:p>
          <a:p xmlns:a="http://schemas.openxmlformats.org/drawingml/2006/main">
            <a:r>
              <a:t>- Local tests: D:/GE_FR/EnglishCourseAI/tests/test_ui.py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İngilizceye özgü veri ve doğrulama davranışını vurgulayın.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Vocabulary: D:/GE_FR/EnglishCourseAI/eca/seed_words.py</a:t>
            </a:r>
          </a:p>
          <a:p xmlns:a="http://schemas.openxmlformats.org/drawingml/2006/main">
            <a:r>
              <a:t>- Dictionary: D:/GE_FR/EnglishCourseAI/eca/dict_data.py (1,210+ EN-TR entries with definitions)</a:t>
            </a:r>
          </a:p>
          <a:p xmlns:a="http://schemas.openxmlformats.org/drawingml/2006/main">
            <a:r>
              <a:t>- Grammar/spelling/resources: D:/GE_FR/EnglishCourseAI/eca/content.py</a:t>
            </a:r>
          </a:p>
          <a:p xmlns:a="http://schemas.openxmlformats.org/drawingml/2006/main">
            <a:r>
              <a:t>- Automated tests: D:/GE_FR/EnglishCourseAI/tests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Gerçek paketlenmiş Windows uygulamasının ekran görüntüsü kullanılmıştır.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captured from D:/GE_FR/EnglishCourseAI/dist/EnglishCourseAI.exe</a:t>
            </a:r>
          </a:p>
          <a:p xmlns:a="http://schemas.openxmlformats.org/drawingml/2006/main">
            <a:r>
              <a:t>- Image file: D:/GE_FR/EnglishCourseAI/docs/presentation/assets/english-course-ai-screenshot.jpg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Katalog bağlantı verir; üçüncü taraf materyali uygulamaya kopyalamaz.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https://learnenglish.britishcouncil.org/</a:t>
            </a:r>
          </a:p>
          <a:p xmlns:a="http://schemas.openxmlformats.org/drawingml/2006/main">
            <a:r>
              <a:t>- https://www.bbc.co.uk/learningenglish</a:t>
            </a:r>
          </a:p>
          <a:p xmlns:a="http://schemas.openxmlformats.org/drawingml/2006/main">
            <a:r>
              <a:t>- https://www.cambridgeenglish.org/learning-english/activities-for-learners/</a:t>
            </a:r>
          </a:p>
          <a:p xmlns:a="http://schemas.openxmlformats.org/drawingml/2006/main">
            <a:r>
              <a:t>- https://learningenglish.voanews.com/p/5373.html</a:t>
            </a:r>
          </a:p>
          <a:p xmlns:a="http://schemas.openxmlformats.org/drawingml/2006/main">
            <a:r>
              <a:t>- https://tatoeba.org/en/downloads</a:t>
            </a:r>
          </a:p>
          <a:p xmlns:a="http://schemas.openxmlformats.org/drawingml/2006/main">
            <a:r>
              <a:t>- https://librivox.org/pages/about-librivox/</a:t>
            </a:r>
          </a:p>
          <a:p xmlns:a="http://schemas.openxmlformats.org/drawingml/2006/main">
            <a:r>
              <a:t>- https://www.gutenberg.org/policy/permission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Kapanış: ilk kullanım için uygulama, günlük tekrar ve isteğe bağlı yerel AI sırası.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release (private repo): https://github.com/Azizsekerdil/EnglishCourseAI/releases/tag/v1.1.2 (Windows zip + macOS zip)</a:t>
            </a:r>
          </a:p>
          <a:p xmlns:a="http://schemas.openxmlformats.org/drawingml/2006/main">
            <a:r>
              <a:t>- Setup and privacy details: D:/GE_FR/EnglishCourseAI/README.md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2db596a1748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e13411c7814b0a" /><Relationship Type="http://schemas.openxmlformats.org/officeDocument/2006/relationships/slideLayout" Target="/ppt/slideLayouts/slideLayout1.xml" Id="Read78d50f41d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78d50f41d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cc7ca691547e1" /><Relationship Type="http://schemas.openxmlformats.org/officeDocument/2006/relationships/image" Target="/ppt/media/image.png" Id="R821f59b868794dd2" /><Relationship Type="http://schemas.openxmlformats.org/officeDocument/2006/relationships/notesSlide" Target="/ppt/notesSlides/notesSlide1.xml" Id="R3323f7f166d64d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d13f696094c03" /><Relationship Type="http://schemas.openxmlformats.org/officeDocument/2006/relationships/notesSlide" Target="/ppt/notesSlides/notesSlide2.xml" Id="Re6ce188579224f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59cf095254eea" /><Relationship Type="http://schemas.openxmlformats.org/officeDocument/2006/relationships/notesSlide" Target="/ppt/notesSlides/notesSlide3.xml" Id="R2454ca8c614546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8a7f75d854f40" /><Relationship Type="http://schemas.openxmlformats.org/officeDocument/2006/relationships/image" Target="/ppt/media/image.jpeg" Id="R8eed80d6d7dd43ec" /><Relationship Type="http://schemas.openxmlformats.org/officeDocument/2006/relationships/notesSlide" Target="/ppt/notesSlides/notesSlide4.xml" Id="R269f47123c4c4c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10932b1494f47" /><Relationship Type="http://schemas.openxmlformats.org/officeDocument/2006/relationships/notesSlide" Target="/ppt/notesSlides/notesSlide5.xml" Id="R92bf52005df541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aa75f16c149b7" /><Relationship Type="http://schemas.openxmlformats.org/officeDocument/2006/relationships/image" Target="/ppt/media/image2.png" Id="R87f62bcad4ca40d5" /><Relationship Type="http://schemas.openxmlformats.org/officeDocument/2006/relationships/notesSlide" Target="/ppt/notesSlides/notesSlide6.xml" Id="Ra827d3ad956040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4117-DF56-4CED-82B4-FA048B73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8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f59b868794dd2"/>
          <a:stretch xmlns:a="http://schemas.openxmlformats.org/drawingml/2006/main"/>
        </p:blipFill>
        <p:spPr>
          <a:xfrm xmlns:a="http://schemas.openxmlformats.org/drawingml/2006/main">
            <a:off x="9525000" y="5143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FAB51-87E0-45A3-AC25-8AA439DA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A8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A88A"/>
                </a:solidFill>
                <a:latin typeface="Arial"/>
                <a:ea typeface="Arial"/>
                <a:cs typeface="Arial"/>
              </a:rPr>
              <a:t>YEREL • BILINGUAL • WINDOWS + MACOS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EED1-9CAE-413D-BB57-A065D5F0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52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English</a:t>
            </a:r>
          </a:p>
          <a:p xmlns:a="http://schemas.openxmlformats.org/drawingml/2006/main">
            <a:pPr algn="l">
              <a:defRPr sz="585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Course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D3BB0-7619-4517-AB77-2EB4AD08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A620D-6A5D-4728-A595-1899F32A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İngilizce öğrenimi için kişisel masaüstü çalışma alanı</a:t>
            </a:r>
          </a:p>
          <a:p xmlns:a="http://schemas.openxmlformats.org/drawingml/2006/main">
            <a:pPr algn="l">
              <a:defRPr sz="195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A personal desktop workspace for learning English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B7B41-E915-449E-91FD-72C6DA4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v1.1.2  •  2026</a:t>
            </a:r>
          </a:p>
        </p:txBody>
      </p:sp>
    </p:spTree>
    <p:extLst>
      <p:ext uri="{BB962C8B-B14F-4D97-AF65-F5344CB8AC3E}">
        <p14:creationId xmlns:p14="http://schemas.microsoft.com/office/powerpoint/2010/main" val="1883453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D4DFD-036C-4D33-A400-7DF9F21C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ENGLISH COURSE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F1CD4-A547-478E-A025-653FE1C1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9797C-2939-4C0E-A17E-0235484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18 çalışma alanı tek bir öğrenme döngüsü kuruyor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0C979-F687-4356-A144-D11765F5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Eighteen areas form one learning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679F2-3085-48EF-A5A9-5DD2918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525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311C4-F3D9-4905-A768-E74664C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A8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A8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134BC-5A3A-4434-BAC2-050E688F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ÖĞREN / 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CC1FA-290D-4C04-B194-EDDCD0E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Aralıklı tekrar, kelime bankası, EN-TR öğrenci sözlüğü ve CEFR sınavları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56DB4-B675-43A2-8409-929C3AAA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25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0EF02-16DB-415A-8387-17910AED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966CD-7F36-4931-B189-F47FB4E0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DUY &amp; YAZ / HEAR &amp; 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61FA2-8AA5-47F3-8AE0-B2105C15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Yazım-ses, telaffuz ve dilbilgisi laboratuvarları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86755-8E05-4E9B-BD30-14E5F235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525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E2D9D-7073-464C-9A91-FA915C9C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3FE09-7BD9-40F2-8D40-DB12BF7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OKU /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A04CF-D96C-430E-B988-DFEEB2D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291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Ücretsiz kaynak merkezi, PDF notları ve ders kitaplığı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40C74-AE62-4FCF-ADFC-FABA8CEB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81450"/>
            <a:ext cx="525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525D2-63A9-4413-ADD5-40CCCA3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A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B6F5C-85CA-46D9-BE13-2A36FFF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52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UYGULA / PRACTISE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CE2DD-8286-42AF-BF8C-8EFEDEB8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AI öğretmen, konuşma, yazma ve haftalık ilerleme</a:t>
            </a:r>
          </a:p>
        </p:txBody>
      </p:sp>
    </p:spTree>
    <p:extLst>
      <p:ext uri="{BB962C8B-B14F-4D97-AF65-F5344CB8AC3E}">
        <p14:creationId xmlns:p14="http://schemas.microsoft.com/office/powerpoint/2010/main" val="1278148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9A116-A7A0-4A90-9192-BC538091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ENGLISH COURSE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6E68B-8AA9-44BD-82A3-AD84B41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21A1E-CBD0-4CF1-B1D0-FC1E7639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Bu yalnızca bir ad değişikliği değil; içerik İngilizce için yeniden kuruldu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568D0-E60C-45B4-93C9-4F57E3CB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The content model was rebuilt for English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CF512-82BE-4A72-B064-CB1A2834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8A2FE-424A-49E1-BE11-55D9F09B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A88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A88A"/>
                </a:solidFill>
                <a:latin typeface="Arial"/>
                <a:ea typeface="Arial"/>
                <a:cs typeface="Arial"/>
              </a:rPr>
              <a:t>1.370+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F773B-C1B4-4A19-AE6C-789165C3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vocabulary entries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164DE-1238-4055-BD05-9C7C39C9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162 A1 kelime + 1.210 EN-TR sözlük maddesi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927B1-98CF-4A1B-AC6D-40CBD5FC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450EC-DFE0-41FD-A784-BEBCF85C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38087-D73A-4670-ABCE-18F2FB83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grammar topics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32AB3-08A4-4A7C-84A6-9E1A3B2E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articles → tenses → phrasal verbs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6359E-602F-47FA-AFD9-69CBBC5B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A59C3-906A-439C-A727-6AB9E72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7BAAB-8662-4B58-9F7B-0E2AC70A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spelling units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48A41-F9F5-4A4A-8702-FB2FFFEE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th, silent letters, -ed/-s, stress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FD851-6925-4564-B463-A59668CA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00F54-85B7-46E1-A5FB-53081C62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AF9E5-A528-4717-A2FC-D5D778A1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86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verified resources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0319E-FC67-401D-8F71-37EB3A60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free access, CC or public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98086-2941-49CC-8C46-B65E0EF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934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E1320-D9C4-4CF7-BA23-839DA241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Apostrof ve kısa çizgi doğru yazımda korunur; büyük/küçük harf yanıtı engellemez.</a:t>
            </a:r>
          </a:p>
        </p:txBody>
      </p:sp>
    </p:spTree>
    <p:extLst>
      <p:ext uri="{BB962C8B-B14F-4D97-AF65-F5344CB8AC3E}">
        <p14:creationId xmlns:p14="http://schemas.microsoft.com/office/powerpoint/2010/main" val="1617368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C691F-539E-4151-99B3-5ED2AF2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ENGLISH COURSE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DFD3-2588-4009-AE26-E260ED2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B8AF5-C734-491C-9589-DE3E1D2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Tek masaüstü, iki arayüz dili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AF5FA-706A-4B36-8D6A-DAAE5F4B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43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One desktop, two interface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92EBE-78CB-4AE0-9067-45284C1E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667125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1226"/>
                </a:solidFill>
                <a:latin typeface="Arial"/>
                <a:ea typeface="Arial"/>
                <a:cs typeface="Arial"/>
              </a:rPr>
              <a:t>• Türkçe ve English arasında anında geçiş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1226"/>
                </a:solidFill>
                <a:latin typeface="Arial"/>
                <a:ea typeface="Arial"/>
                <a:cs typeface="Arial"/>
              </a:rPr>
              <a:t>• Yerel SQLite profilleri ve ilerleme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1226"/>
                </a:solidFill>
                <a:latin typeface="Arial"/>
                <a:ea typeface="Arial"/>
                <a:cs typeface="Arial"/>
              </a:rPr>
              <a:t>• Koyu / açık tema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1226"/>
                </a:solidFill>
                <a:latin typeface="Arial"/>
                <a:ea typeface="Arial"/>
                <a:cs typeface="Arial"/>
              </a:rPr>
              <a:t>• AI kapalıyken de çalışan temel dersler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C1DD2-504F-4AE7-A881-714530D3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6858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d80d6d7dd43ec"/>
          <a:stretch xmlns:a="http://schemas.openxmlformats.org/drawingml/2006/main"/>
        </p:blipFill>
        <p:spPr>
          <a:xfrm xmlns:a="http://schemas.openxmlformats.org/drawingml/2006/main">
            <a:off x="5136717" y="2057400"/>
            <a:ext cx="5728566" cy="3752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81BBB-4073-4279-8336-FAE41F31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A8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A88A"/>
                </a:solidFill>
                <a:latin typeface="Arial"/>
                <a:ea typeface="Arial"/>
                <a:cs typeface="Arial"/>
              </a:rPr>
              <a:t>Gerçek EXE ekranı • Actual EXE capture</a:t>
            </a:r>
          </a:p>
        </p:txBody>
      </p:sp>
    </p:spTree>
    <p:extLst>
      <p:ext uri="{BB962C8B-B14F-4D97-AF65-F5344CB8AC3E}">
        <p14:creationId xmlns:p14="http://schemas.microsoft.com/office/powerpoint/2010/main" val="129126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40A80-22F4-467C-87F9-7672E078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ENGLISH COURSE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E9937-8B9E-493F-B92E-1FA51797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6B10C-E554-4177-989A-E1DCA99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Ücretsiz kaynaklar bir tık uzakta; içerik izinsiz kopyalanmıyor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56932-0194-4A58-81FD-14E2F6D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192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Free resources stay linked, attributed and licence-aware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954E9-61FF-422D-BC8C-312B04EC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5257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24BE0-154F-4EA6-BFED-4419BA55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541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55CC2-217A-45E6-A3EF-C1711C48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A8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A88A"/>
                </a:solidFill>
                <a:latin typeface="Arial"/>
                <a:ea typeface="Arial"/>
                <a:cs typeface="Arial"/>
              </a:rPr>
              <a:t>RESMÎ ÜCRETSİZ ERİŞİM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46925-0CBC-417F-801E-F43A1A7D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OFFICIAL FREE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04EF9-2DA0-4EA7-8C55-CD4C2B8A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38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British Council LearnEnglish</a:t>
            </a:r>
          </a:p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BBC Learning English</a:t>
            </a:r>
          </a:p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Cambridge English activities</a:t>
            </a:r>
          </a:p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VOA Learning English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84331-3BFC-43B4-8994-354F1129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Haricî telif koşulları geçerlidir.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70DC2-A4AB-4ED6-8F08-44684004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A35"/>
                </a:solidFill>
                <a:latin typeface="Arial"/>
                <a:ea typeface="Arial"/>
                <a:cs typeface="Arial"/>
              </a:rPr>
              <a:t>AÇIK / KAMU MALI KOLEKSİYONLAR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D2ED4-D1D3-4453-96A5-F96FE74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176"/>
                </a:solidFill>
                <a:latin typeface="Arial"/>
                <a:ea typeface="Arial"/>
                <a:cs typeface="Arial"/>
              </a:rPr>
              <a:t>OPEN / PUBLIC-DOMAIN COLLECTIONS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1C00C-36CF-481D-A3B0-B5A21D36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Wikibooks</a:t>
            </a:r>
          </a:p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Tatoeba</a:t>
            </a:r>
          </a:p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LibriVox</a:t>
            </a:r>
          </a:p>
          <a:p xmlns:a="http://schemas.openxmlformats.org/drawingml/2006/main">
            <a:pPr algn="l">
              <a:defRPr sz="1800" b="1">
                <a:solidFill>
                  <a:srgbClr val="0A12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226"/>
                </a:solidFill>
                <a:latin typeface="Arial"/>
                <a:ea typeface="Arial"/>
                <a:cs typeface="Arial"/>
              </a:rPr>
              <a:t>Project Gutenberg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3DD86-B0B1-426E-8CCE-F9CBD28C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6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176"/>
                </a:solidFill>
                <a:latin typeface="Arial"/>
                <a:ea typeface="Arial"/>
                <a:cs typeface="Arial"/>
              </a:rPr>
              <a:t>Atıf ve yerel kamu malı durumu kontrol edilir.</a:t>
            </a:r>
          </a:p>
        </p:txBody>
      </p:sp>
    </p:spTree>
    <p:extLst>
      <p:ext uri="{BB962C8B-B14F-4D97-AF65-F5344CB8AC3E}">
        <p14:creationId xmlns:p14="http://schemas.microsoft.com/office/powerpoint/2010/main" val="1992646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2C208-5661-415E-9EA6-FFA28338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A8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A88A"/>
                </a:solidFill>
                <a:latin typeface="Arial"/>
                <a:ea typeface="Arial"/>
                <a:cs typeface="Arial"/>
              </a:rPr>
              <a:t>HEMEN BAŞLA / START LOCALLY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5A01F-1B4B-4307-9753-09901D8D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Önce yerel çalış.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AI’ı yalnızca istediğinde ekle.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B56DD-FA42-4004-B7B6-F1A6BC82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C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7DD"/>
                </a:solidFill>
                <a:latin typeface="Arial"/>
                <a:ea typeface="Arial"/>
                <a:cs typeface="Arial"/>
              </a:rPr>
              <a:t>Study locally first. Add AI only when you want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162B9-5646-4FC1-99CE-D82AAF6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D4CCF-A668-493E-BA5B-EAEB1D11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73955-90C9-4D1C-A094-5B91710D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053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EXE'yi aç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9E5DB-E9D0-486D-9BF3-B4298DE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C1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C1A35"/>
                </a:solidFill>
                <a:latin typeface="Arial"/>
                <a:ea typeface="Arial"/>
                <a:cs typeface="Arial"/>
              </a:rPr>
              <a:t>Open the Windows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1F920-6D1E-48A5-903D-9B1F1F8D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DE91A-9E01-4BA7-85F8-AFCA1F2B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434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91DB2-A5B6-430D-987D-41BF0266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053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Günlük kuyruğu çalış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595B9-3054-4F4E-99C3-04C09328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24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7DD"/>
                </a:solidFill>
                <a:latin typeface="Arial"/>
                <a:ea typeface="Arial"/>
                <a:cs typeface="Arial"/>
              </a:rPr>
              <a:t>Review your daily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12A42-D859-4DF4-AB10-5258A25C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100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48310-9230-4BCB-B702-C8897D4E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8600F-985D-4CDD-B77D-61F90E4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İstersen LM Studio bağla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FA554-5394-4869-A87F-9FB41935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7DD"/>
                </a:solidFill>
                <a:latin typeface="Arial"/>
                <a:ea typeface="Arial"/>
                <a:cs typeface="Arial"/>
              </a:rPr>
              <a:t>Optionally connect LM Studio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60CC8-49F3-4A8D-8471-4C140E45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Windows 10/11 (x64) + macOS (Apple Silicon) — İndirme: github.com/Azizsekerdil/EnglishCourseAI/releases (v1.1.2, özel repo)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322D9-8DEC-4B46-98E0-2F52A6FF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7D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C7DD"/>
                </a:solidFill>
                <a:latin typeface="Arial"/>
                <a:ea typeface="Arial"/>
                <a:cs typeface="Arial"/>
              </a:rPr>
              <a:t>Windows 10/11 (x64) &amp; macOS (Apple Silicon) — Download: GitHub Releases (v1.1.2)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994FD-B5CC-40DD-8D17-07165627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D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7DD"/>
                </a:solidFill>
                <a:latin typeface="Arial"/>
                <a:ea typeface="Arial"/>
                <a:cs typeface="Arial"/>
              </a:rPr>
              <a:t>macOS paketi notarize edilmemiştir; ilk açılışta sağ tık → Aç. / Not notarized; first launch: right-click → Open.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62bcad4ca40d5"/>
          <a:stretch xmlns:a="http://schemas.openxmlformats.org/drawingml/2006/main"/>
        </p:blipFill>
        <p:spPr>
          <a:xfrm xmlns:a="http://schemas.openxmlformats.org/drawingml/2006/main">
            <a:off x="10287000" y="5572125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7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2026-09-06T09:40:59.5710000Z</dcterms:created>
  <dcterms:modified xsi:type="dcterms:W3CDTF">2026-09-06T09:40:59.5710000Z</dcterms:modified>
</coreProperties>
</file>