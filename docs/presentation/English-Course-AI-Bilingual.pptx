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866dff2017413d" /><Relationship Type="http://schemas.openxmlformats.org/officeDocument/2006/relationships/extended-properties" Target="/docProps/app.xml" Id="R82c6077a09cb43a7" /><Relationship Type="http://schemas.openxmlformats.org/officeDocument/2006/relationships/officeDocument" Target="/ppt/presentation.xml" Id="Re4337b0008a646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8930dc537148f9"/>
  </p:sldMasterIdLst>
  <p:notesMasterIdLst>
    <p:notesMasterId xmlns:r="http://schemas.openxmlformats.org/officeDocument/2006/relationships" r:id="Rfe150eeba0664a44"/>
  </p:notesMasterIdLst>
  <p:sldIdLst>
    <p:sldId xmlns:r="http://schemas.openxmlformats.org/officeDocument/2006/relationships" id="256" r:id="R41244f3007e04e89"/>
    <p:sldId xmlns:r="http://schemas.openxmlformats.org/officeDocument/2006/relationships" id="257" r:id="R5a06de511d894477"/>
    <p:sldId xmlns:r="http://schemas.openxmlformats.org/officeDocument/2006/relationships" id="258" r:id="R0d9c2e26122d44e3"/>
    <p:sldId xmlns:r="http://schemas.openxmlformats.org/officeDocument/2006/relationships" id="259" r:id="R275143bebce340e8"/>
    <p:sldId xmlns:r="http://schemas.openxmlformats.org/officeDocument/2006/relationships" id="260" r:id="R9ecff22207ba4138"/>
    <p:sldId xmlns:r="http://schemas.openxmlformats.org/officeDocument/2006/relationships" id="261" r:id="Rccef45420e5247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b502f44bbb4b02" /><Relationship Type="http://schemas.openxmlformats.org/officeDocument/2006/relationships/slideMaster" Target="/ppt/slideMasters/slideMaster1.xml" Id="R548930dc537148f9" /><Relationship Type="http://schemas.openxmlformats.org/officeDocument/2006/relationships/notesMaster" Target="/ppt/notesMasters/notesMaster1.xml" Id="Rfe150eeba0664a44" /><Relationship Type="http://schemas.openxmlformats.org/officeDocument/2006/relationships/presProps" Target="/ppt/presProps.xml" Id="Rc676beb615324dff" /><Relationship Type="http://schemas.openxmlformats.org/officeDocument/2006/relationships/tableStyles" Target="/ppt/tableStyles.xml" Id="R4ef3813953cc417a" /><Relationship Type="http://schemas.openxmlformats.org/officeDocument/2006/relationships/slide" Target="/ppt/slides/slide1.xml" Id="R41244f3007e04e89" /><Relationship Type="http://schemas.openxmlformats.org/officeDocument/2006/relationships/slide" Target="/ppt/slides/slide2.xml" Id="R5a06de511d894477" /><Relationship Type="http://schemas.openxmlformats.org/officeDocument/2006/relationships/slide" Target="/ppt/slides/slide3.xml" Id="R0d9c2e26122d44e3" /><Relationship Type="http://schemas.openxmlformats.org/officeDocument/2006/relationships/slide" Target="/ppt/slides/slide4.xml" Id="R275143bebce340e8" /><Relationship Type="http://schemas.openxmlformats.org/officeDocument/2006/relationships/slide" Target="/ppt/slides/slide5.xml" Id="R9ecff22207ba4138" /><Relationship Type="http://schemas.openxmlformats.org/officeDocument/2006/relationships/slide" Target="/ppt/slides/slide6.xml" Id="Rccef45420e5247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6b8253d99f4a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e5a79269144452" /><Relationship Type="http://schemas.openxmlformats.org/officeDocument/2006/relationships/notesMaster" Target="/ppt/notesMasters/notesMaster1.xml" Id="R8bfbc45b60444e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2f7932c36d47e1" /><Relationship Type="http://schemas.openxmlformats.org/officeDocument/2006/relationships/notesMaster" Target="/ppt/notesMasters/notesMaster1.xml" Id="Rf7e21c29fcb449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1c41b03b2c4d57" /><Relationship Type="http://schemas.openxmlformats.org/officeDocument/2006/relationships/notesMaster" Target="/ppt/notesMasters/notesMaster1.xml" Id="R72a310395a4d4d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341f1f5e19472c" /><Relationship Type="http://schemas.openxmlformats.org/officeDocument/2006/relationships/notesMaster" Target="/ppt/notesMasters/notesMaster1.xml" Id="R551b06081d3247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07709e5a2e482e" /><Relationship Type="http://schemas.openxmlformats.org/officeDocument/2006/relationships/notesMaster" Target="/ppt/notesMasters/notesMaster1.xml" Id="Redc0b1fa4bb445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5d9f2b9a9c4981" /><Relationship Type="http://schemas.openxmlformats.org/officeDocument/2006/relationships/notesMaster" Target="/ppt/notesMasters/notesMaster1.xml" Id="R5d70a09f0f7c46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Dictionary: D:/GE_FR/EnglishCourseAI/eca/dict_data.py (1,210+ EN-TR entries with definitions)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uygulama,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release (private repo): https://github.com/Azizsekerdil/EnglishCourseAI/releases/tag/v1.1.0 (Windows zip + macOS zip)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ff5a14b1af46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8d21a779cb45c9" /><Relationship Type="http://schemas.openxmlformats.org/officeDocument/2006/relationships/slideLayout" Target="/ppt/slideLayouts/slideLayout1.xml" Id="R26db73c29cdb4d5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db73c29cdb4d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383afa9e1457f" /><Relationship Type="http://schemas.openxmlformats.org/officeDocument/2006/relationships/image" Target="/ppt/media/image.png" Id="R4808e0fce77a44c3" /><Relationship Type="http://schemas.openxmlformats.org/officeDocument/2006/relationships/notesSlide" Target="/ppt/notesSlides/notesSlide1.xml" Id="Ra90f7b1e343d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5eac5156e4847" /><Relationship Type="http://schemas.openxmlformats.org/officeDocument/2006/relationships/notesSlide" Target="/ppt/notesSlides/notesSlide2.xml" Id="Rfe5c6ee86b294c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1d187b9174da2" /><Relationship Type="http://schemas.openxmlformats.org/officeDocument/2006/relationships/notesSlide" Target="/ppt/notesSlides/notesSlide3.xml" Id="R1e8c9088eb7f41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3ca83bd9f45ac" /><Relationship Type="http://schemas.openxmlformats.org/officeDocument/2006/relationships/image" Target="/ppt/media/image.jpeg" Id="Rc002db8069da4f19" /><Relationship Type="http://schemas.openxmlformats.org/officeDocument/2006/relationships/notesSlide" Target="/ppt/notesSlides/notesSlide4.xml" Id="R3b335ac4582341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5ba1a0b3a44dd" /><Relationship Type="http://schemas.openxmlformats.org/officeDocument/2006/relationships/notesSlide" Target="/ppt/notesSlides/notesSlide5.xml" Id="R59e6f004ba8441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ff1bff06f4d34" /><Relationship Type="http://schemas.openxmlformats.org/officeDocument/2006/relationships/image" Target="/ppt/media/image2.png" Id="Rc18fe448337f4ecc" /><Relationship Type="http://schemas.openxmlformats.org/officeDocument/2006/relationships/notesSlide" Target="/ppt/notesSlides/notesSlide6.xml" Id="Rf9461b9a087246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E6E91-D51D-4284-8D1C-3370B110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8e0fce77a44c3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2D8C1-4922-49A5-8A0A-0B4B3A42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 + MACOS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5482E-8754-469D-8A36-33412282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0C5C1-3BD1-47DB-92E7-E166255E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BCAC2-3452-46FF-B908-A677E832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4ED90-50A3-4DA6-96B3-D88ACE4D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v1.1.0  •  2026</a:t>
            </a:r>
          </a:p>
        </p:txBody>
      </p:sp>
    </p:spTree>
    <p:extLst>
      <p:ext uri="{BB962C8B-B14F-4D97-AF65-F5344CB8AC3E}">
        <p14:creationId xmlns:p14="http://schemas.microsoft.com/office/powerpoint/2010/main" val="962765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85FEC-BC17-4DED-A939-E1495AF6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7CC10-A5E7-4DEF-8E3C-B2A80038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394C5-0FAC-4325-B0A3-87DF80AA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18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DA323-659D-4412-B1C8-74806575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Eighteen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3539D-783C-46C6-964B-5FC07D52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C87C8-F869-4B32-826A-EC66798C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52DA2-A104-4F2E-AC25-4D9B12C7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AFC00-667D-485D-8878-7CE85AB4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bankası, EN-TR öğrenci sözlüğü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CE541-F376-4F66-9C54-61F40AA3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055E9-3CB4-4AC4-8126-0BADFF96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2812B-827F-4E93-AE45-FEAC5813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0802CA-6D7B-4BBF-A0BE-51EA0E8B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5340F5-805B-4BDB-BDC7-FCBCDB90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741F84-2010-4395-8571-ABA7BEF2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9F47DA-5222-4FBE-A2EA-C7818F3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AAB39-78B3-4298-822B-5B947D34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042646-0AEC-48D9-BFFC-81D9F657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C5700E-4424-41DF-BF98-B6A2E78E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C84EC2-16BB-4E1E-B9B0-22470F04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5CAED8-19E7-4DCA-80C9-E24DB871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141661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68245B-E2E5-4401-B55D-E5AF5619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FC91A-75D4-4CA3-80F4-C661FC7F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43CA8A-B08D-4961-BD3D-3B0BB900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E7B33-93DE-4AA9-A170-36CF2BA5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66623-2B21-4F86-A120-AC89445E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223B9-5755-4AA4-881C-21C230C2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1.370+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B6C2B-B474-45C0-B366-D98F751E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vocabulary entries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9706A-1AA4-41C5-9FDC-A85A8FDD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162 A1 kelime + 1.210 EN-TR sözlük maddesi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DBAF-B431-4B15-AA9B-4F9A5871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9F7AD-45D4-4048-BFDE-9990B944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19BF0-E312-4220-B37E-A4F7E58C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D0ADBC-FEE5-4BBD-AC77-E4481F49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4C8906-869A-4218-AAAB-635C7621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D9DB4A-CAAA-4334-9408-6D307253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77A7E-3A62-428E-A5E5-EECBE59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E7F390-9AB9-4E61-A1F4-123D4D2C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19225-B130-4B34-9D64-454D538A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667D5-9BA9-42CF-9AE3-7D8B051E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9E00B-8F6B-4C98-8C3C-FAA5339F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F787B7-FBD3-4718-A6A0-532C8B98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2EB848-1E9F-493A-BBD4-FDE9A094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6C2B67-B772-44CF-84D9-AEC00FDE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3007501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44FE7-3E0B-42F8-B93F-94D2B01B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10F2D-0A88-4B4B-85A3-4E7075BB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06D3F-28B8-4019-B298-1AA0B0AE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3955B-CDC3-4DBD-932E-B1FD6310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EA04E-F220-40F4-963B-727AF6E0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7CCDDD-4FFD-42BB-B877-31680551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2db8069da4f19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D8AF7-3646-4289-9981-99DBDEE5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20628684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5465E-B753-4584-BDC9-B7D476B4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94668-F477-4F44-B572-A875332E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E3DE8-AF13-4314-9234-AB929F5A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E6CE7-DCFA-49B4-8178-81E3D0D4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E93B1-F73E-4B65-8F04-8D2B5F00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F5770-005F-4E0F-BCAC-46478CFB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7AB42-9318-4591-AD2E-A36DD3A7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20626-42B9-4C9A-B1B9-D55E6673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D0390-2226-4820-9E1C-E5EDBAEC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237A0-A98C-428C-B74F-D832730C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7DA63A-73D7-407D-83E6-CD8BD73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5CEE8-9B8C-4612-8CA1-884C6952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E49E0-F525-4A3C-B0D8-CC3F7221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1F97D9-AA80-4848-96A4-EF9B6854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21107901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6B547-F6F0-42B2-AF23-DD6D6246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D3B06-7CEE-4FA2-BBB3-B88E0D2E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4C8C0-3A8B-40A1-BB78-65B78646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534A9-DCB4-4129-B826-5EBF8405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51060-6081-404C-A28E-DB0A8243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780C9-4C26-4584-B6AD-85F7DF6E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F6572-CC1A-41CC-B5B2-76202819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A2158-EAE8-4F8D-9F52-845F7E0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5271B-F84F-4F41-A521-99F50462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7E4C1-F289-4D0B-A35D-6C9A3C6A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265AF-B6CA-454D-9BC3-06FCFB0B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228EC-4215-47CB-9383-85E4B53E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A74FA-27E4-4747-BEA0-DF5FF34A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27F88-2E4E-45E3-9A0A-ABCC4AB7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A3A0F-DF01-4B13-AB5B-6C7F9750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D0A7E5-CE4B-48C7-9D2B-4ECD44AC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github.com/Azizsekerdil/EnglishCourseAI/releases (v1.1.0, özel repo)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552A2A-2CE6-450E-A344-11320EA7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(v1.1.0)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7633B0-5EF0-4DAE-BF9F-B0BA35B4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942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macOS paketi notarize edilmemiştir; ilk açılışta sağ tık → Aç. / Not notarized; first launch: right-click → Open.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fe448337f4ecc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32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2026-09-06T08:16:22.9040000Z</dcterms:created>
  <dcterms:modified xsi:type="dcterms:W3CDTF">2026-09-06T08:16:22.9040000Z</dcterms:modified>
</coreProperties>
</file>